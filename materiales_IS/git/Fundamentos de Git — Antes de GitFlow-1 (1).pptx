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</file>

<file path=ppt/presentation.xml><?xml version="1.0" encoding="utf-8"?>
<p:presentation xmlns:p="http://schemas.openxmlformats.org/presentationml/2006/main" xmlns:r="http://schemas.openxmlformats.org/officeDocument/2006/relationships" xmlns:a="http://schemas.openxmlformats.org/drawingml/2006/main" autoCompressPictures="0" saveSubsetFonts="1">
  <p:sldMasterIdLst>
    <p:sldMasterId id="2147483648" r:id="rId1"/>
  </p:sldMasterIdLst>
  <p:notesMasterIdLst>
    <p:notesMasterId r:id="rId2"/>
  </p:notesMasterIdLst>
  <p:sldIdLst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8" r:id="rId13"/>
  </p:sldIdLst>
  <p:sldSz type="screen16x9" cy="5143500" cx="9144000"/>
  <p:notesSz cx="5143500" cy="9144000"/>
  <p:defaultTextStyle>
    <a:lvl1pPr algn="l" defTabSz="914400" eaLnBrk="1" hangingPunct="1" latinLnBrk="0" marL="0" rtl="0">
      <a:defRPr sz="1800" kern="12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sz="1800" kern="12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sz="1800" kern="12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sz="1800" kern="12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sz="1800" kern="12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sz="1800" kern="12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sz="1800" kern="12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sz="1800" kern="12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 xmlns:r="http://schemas.openxmlformats.org/officeDocument/2006/relationships" xmlns:a="http://schemas.openxmlformats.org/drawingml/2006/main">
  <p:showPr>
    <p:present/>
    <p:sldAll/>
    <p:penClr>
      <a:prstClr val="red"/>
    </p:penClr>
  </p:showPr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 xmlns:r="http://schemas.openxmlformats.org/officeDocument/2006/relationships" xmlns:a="http://schemas.openxmlformats.org/drawingml/2006/main">
  <p:normalViewPr>
    <p:restoredLeft sz="15611"/>
    <p:restoredTop sz="74254" autoAdjust="0"/>
  </p:normalViewPr>
  <p:slideViewPr>
    <p:cSldViewPr snapToGrid="0" snapToObjects="1">
      <p:cViewPr varScale="1">
        <p:scale>
          <a:sx n="85" d="100"/>
          <a:sy n="85" d="100"/>
        </p:scale>
        <p:origin x="1378" y="48"/>
      </p:cViewPr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tableStyles" Target="tableStyles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/Relationships>
</file>

<file path=ppt/notesMasters/_rels/notesMaster1.xml.rels><?xml version="1.0" encoding="UTF-8" standalone="yes"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4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lt2" tx1="dk1" tx2="dk2" hlink="hlink" folHlink="folHlink"/>
  <p:notesStyle>
    <a:lvl1pPr algn="l" defTabSz="914400" eaLnBrk="1" hangingPunct="1" latinLnBrk="0" marL="0" rtl="0">
      <a:defRPr sz="1200" kern="12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sz="1200" kern="12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sz="1200" kern="12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sz="1200" kern="12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sz="1200" kern="12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sz="1200" kern="12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sz="1200" kern="12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sz="1200" kern="12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</Relationships>
</file>

<file path=ppt/notesSlides/_rels/notesSlide2.xml.rels><?xml version="1.0" encoding="UTF-8" standalone="yes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</Relationships>
</file>

<file path=ppt/notesSlides/_rels/notesSlide3.xml.rels><?xml version="1.0" encoding="UTF-8" standalone="yes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</Relationships>
</file>

<file path=ppt/notesSlides/_rels/notesSlide4.xml.rels><?xml version="1.0" encoding="UTF-8" standalone="yes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</Relationships>
</file>

<file path=ppt/notesSlides/_rels/notesSlide5.xml.rels><?xml version="1.0" encoding="UTF-8" standalone="yes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</Relationships>
</file>

<file path=ppt/notesSlides/_rels/notesSlide6.xml.rels><?xml version="1.0" encoding="UTF-8" standalone="yes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</Relationships>
</file>

<file path=ppt/notesSlides/_rels/notesSlide7.xml.rels><?xml version="1.0" encoding="UTF-8" standalone="yes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</Relationships>
</file>

<file path=ppt/notesSlides/_rels/notesSlide8.xml.rels><?xml version="1.0" encoding="UTF-8" standalone="yes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</Relationships>
</file>

<file path=ppt/notesSlides/_rels/notesSlide9.xml.rels><?xml version="1.0" encoding="UTF-8" standalone="yes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</Relationships>
</file>

<file path=ppt/notesSlides/_rels/notesSlide10.xml.rels><?xml version="1.0" encoding="UTF-8" standalone="yes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</Relationships>
</file>

<file path=ppt/notesSlides/_rels/notesSlide11.xml.rels><?xml version="1.0" encoding="UTF-8" standalone="yes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5" name="Slide Image Placeholder 1"/>
          <p:cNvSpPr>
            <a:spLocks noChangeAspect="1" noRot="1" noGrp="1"/>
          </p:cNvSpPr>
          <p:nvPr>
            <p:ph type="sldImg"/>
          </p:nvPr>
        </p:nvSpPr>
        <p:spPr/>
      </p:sp>
      <p:sp>
        <p:nvSpPr>
          <p:cNvPr id="1048586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b="0" dirty="0" sz="1200" i="0" kern="1200" lang="es-ES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Buenos días a todos. Con esta presentación estaremos analizando conceptos básicos sobre </a:t>
            </a:r>
            <a:r>
              <a:rPr b="1" dirty="0" sz="1200" i="0" kern="1200" lang="es-ES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Git</a:t>
            </a:r>
            <a:r>
              <a:rPr b="0" dirty="0" sz="1200" i="0" kern="1200" lang="es-ES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Antes de entrar de lleno en </a:t>
            </a:r>
            <a:r>
              <a:rPr b="0" dirty="0" sz="1200" i="0" kern="1200" lang="es-ES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GitFlow</a:t>
            </a:r>
            <a:r>
              <a:rPr b="0" dirty="0" sz="1200" i="0" kern="1200" lang="es-ES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que será el tema de la próxima presentación, necesitamos construir una base sólida. Esta primera pare del</a:t>
            </a:r>
            <a:r>
              <a:rPr baseline="0" b="0" dirty="0" sz="1200" i="0" kern="1200" lang="es-ES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taller </a:t>
            </a:r>
            <a:r>
              <a:rPr b="0" dirty="0" sz="1200" i="0" kern="1200" lang="es-ES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clase se llama "Fundamentos de </a:t>
            </a:r>
            <a:r>
              <a:rPr b="0" dirty="0" sz="1200" i="0" kern="1200" lang="es-ES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Git</a:t>
            </a:r>
            <a:r>
              <a:rPr b="0" dirty="0" sz="1200" i="0" kern="1200" lang="es-ES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antes de </a:t>
            </a:r>
            <a:r>
              <a:rPr b="0" dirty="0" sz="1200" i="0" kern="1200" lang="es-ES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GitFlow</a:t>
            </a:r>
            <a:r>
              <a:rPr b="0" dirty="0" sz="1200" i="0" kern="1200" lang="es-ES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 y la idea es que entiendan no solo los comandos, sino el modelo mental detrás de </a:t>
            </a:r>
            <a:r>
              <a:rPr b="0" dirty="0" sz="1200" i="0" kern="1200" lang="es-ES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Git</a:t>
            </a:r>
            <a:r>
              <a:rPr b="0" dirty="0" sz="1200" i="0" kern="1200" lang="es-ES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Vamos a combinar teoría con demostraciones, así que presten atención a la terminal porque replicaremos todo paso a paso.</a:t>
            </a:r>
            <a:endParaRPr dirty="0" lang="en-US"/>
          </a:p>
        </p:txBody>
      </p:sp>
      <p:sp>
        <p:nvSpPr>
          <p:cNvPr id="1048587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23" name="Slide Image Placeholder 1"/>
          <p:cNvSpPr>
            <a:spLocks noChangeAspect="1" noRot="1" noGrp="1"/>
          </p:cNvSpPr>
          <p:nvPr>
            <p:ph type="sldImg"/>
          </p:nvPr>
        </p:nvSpPr>
        <p:spPr/>
      </p:sp>
      <p:sp>
        <p:nvSpPr>
          <p:cNvPr id="1048624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b="0" dirty="0" sz="1200" i="0" kern="1200" lang="es-ES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Estos son los cuatro grandes objetivos de la sesión. Primero, comprender el modelo de </a:t>
            </a:r>
            <a:r>
              <a:rPr b="0" dirty="0" sz="1200" i="0" kern="1200" lang="es-ES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Git</a:t>
            </a:r>
            <a:r>
              <a:rPr b="0" dirty="0" sz="1200" i="0" kern="1200" lang="es-ES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que quede claro que no es solo una herramienta para "guardar versiones", sino un sistema con tres áreas bien definidas —</a:t>
            </a:r>
            <a:r>
              <a:rPr b="0" dirty="0" sz="1200" i="0" kern="1200" lang="es-ES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working</a:t>
            </a:r>
            <a:r>
              <a:rPr b="0" dirty="0" sz="1200" i="0" kern="1200" lang="es-ES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b="0" dirty="0" sz="1200" i="0" kern="1200" lang="es-ES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directory</a:t>
            </a:r>
            <a:r>
              <a:rPr b="0" dirty="0" sz="1200" i="0" kern="1200" lang="es-ES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b="0" dirty="0" sz="1200" i="0" kern="1200" lang="es-ES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staging</a:t>
            </a:r>
            <a:r>
              <a:rPr b="0" dirty="0" sz="1200" i="0" kern="1200" lang="es-ES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b="0" dirty="0" sz="1200" i="0" kern="1200" lang="es-ES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area</a:t>
            </a:r>
            <a:r>
              <a:rPr b="0" dirty="0" sz="1200" i="0" kern="1200" lang="es-ES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y repositorio local—. Segundo, ejecutar el flujo básico sin copiar y pegar a ciegas: quiero que entiendan qué hace cada comando (</a:t>
            </a:r>
            <a:r>
              <a:rPr dirty="0" lang="es-ES" err="1" smtClean="0"/>
              <a:t>init</a:t>
            </a:r>
            <a:r>
              <a:rPr b="0" dirty="0" sz="1200" i="0" kern="1200" lang="es-ES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dirty="0" lang="es-ES" err="1" smtClean="0"/>
              <a:t>add</a:t>
            </a:r>
            <a:r>
              <a:rPr b="0" dirty="0" sz="1200" i="0" kern="1200" lang="es-ES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dirty="0" lang="es-ES" err="1" smtClean="0"/>
              <a:t>commit</a:t>
            </a:r>
            <a:r>
              <a:rPr b="0" dirty="0" sz="1200" i="0" kern="1200" lang="es-ES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dirty="0" lang="es-ES" smtClean="0"/>
              <a:t>status</a:t>
            </a:r>
            <a:r>
              <a:rPr b="0" dirty="0" sz="1200" i="0" kern="1200" lang="es-ES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dirty="0" lang="es-ES" smtClean="0"/>
              <a:t>log</a:t>
            </a:r>
            <a:r>
              <a:rPr b="0" dirty="0" sz="1200" i="0" kern="1200" lang="es-ES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y por qué se ejecuta en ese orden. Tercero, trabajar con ramas: crear una </a:t>
            </a:r>
            <a:r>
              <a:rPr b="0" dirty="0" sz="1200" i="0" kern="1200" lang="es-ES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branch</a:t>
            </a:r>
            <a:r>
              <a:rPr b="0" dirty="0" sz="1200" i="0" kern="1200" lang="es-ES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fusionarla con </a:t>
            </a:r>
            <a:r>
              <a:rPr b="0" dirty="0" sz="1200" i="0" kern="1200" lang="es-ES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merge</a:t>
            </a:r>
            <a:r>
              <a:rPr b="0" dirty="0" sz="1200" i="0" kern="1200" lang="es-ES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y leer el historial. Y cuarto, sincronizar con un remoto: conectar a GitHub, hacer </a:t>
            </a:r>
            <a:r>
              <a:rPr b="0" dirty="0" sz="1200" i="0" kern="1200" lang="es-ES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push</a:t>
            </a:r>
            <a:r>
              <a:rPr b="0" dirty="0" sz="1200" i="0" kern="1200" lang="es-ES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y disparar un pipeline de integración continua. Al final de la clase, estos cuatro objetivos deben estar cubiertos y practicados.</a:t>
            </a:r>
            <a:endParaRPr dirty="0" lang="en-US"/>
          </a:p>
        </p:txBody>
      </p:sp>
      <p:sp>
        <p:nvSpPr>
          <p:cNvPr id="1048625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59" name="Slide Image Placeholder 1"/>
          <p:cNvSpPr>
            <a:spLocks noChangeAspect="1" noRot="1" noGrp="1"/>
          </p:cNvSpPr>
          <p:nvPr>
            <p:ph type="sldImg"/>
          </p:nvPr>
        </p:nvSpPr>
        <p:spPr/>
      </p:sp>
      <p:sp>
        <p:nvSpPr>
          <p:cNvPr id="1048660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b="0" dirty="0" sz="1200" i="0" kern="1200" lang="es-ES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Git</a:t>
            </a:r>
            <a:r>
              <a:rPr b="0" dirty="0" sz="1200" i="0" kern="1200" lang="es-ES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es un sistema de control de versiones distribuido, o DVCS, creado por </a:t>
            </a:r>
            <a:r>
              <a:rPr b="0" dirty="0" sz="1200" i="0" kern="1200" lang="es-ES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Linus</a:t>
            </a:r>
            <a:r>
              <a:rPr b="0" dirty="0" sz="1200" i="0" kern="1200" lang="es-ES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b="0" dirty="0" sz="1200" i="0" kern="1200" lang="es-ES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Torvalds</a:t>
            </a:r>
            <a:r>
              <a:rPr b="0" dirty="0" sz="1200" i="0" kern="1200" lang="es-ES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en 2005. La palabra clave es </a:t>
            </a:r>
            <a:r>
              <a:rPr b="1" dirty="0" sz="1200" i="0" kern="1200" lang="es-ES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distribuido</a:t>
            </a:r>
            <a:r>
              <a:rPr b="0" dirty="0" sz="1200" i="0" kern="1200" lang="es-ES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¿Qué significa eso? Que cada clon del repositorio contiene la historia completa del proyecto. No dependemos de un servidor central para consultar el historial ni para hacer </a:t>
            </a:r>
            <a:r>
              <a:rPr b="0" dirty="0" sz="1200" i="0" kern="1200" lang="es-ES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commits</a:t>
            </a:r>
            <a:r>
              <a:rPr b="0" dirty="0" sz="1200" i="0" kern="1200" lang="es-ES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Esto trae tres ventajas enormes: velocidad, porque las operaciones son locales y no requieren red; historia completa, porque cada clon es efectivamente un </a:t>
            </a:r>
            <a:r>
              <a:rPr b="0" dirty="0" sz="1200" i="0" kern="1200" lang="es-ES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backup</a:t>
            </a:r>
            <a:r>
              <a:rPr b="0" dirty="0" sz="1200" i="0" kern="1200" lang="es-ES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; y trabajo offline, porque podemos hacer </a:t>
            </a:r>
            <a:r>
              <a:rPr b="0" dirty="0" sz="1200" i="0" kern="1200" lang="es-ES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commits</a:t>
            </a:r>
            <a:r>
              <a:rPr b="0" dirty="0" sz="1200" i="0" kern="1200" lang="es-ES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y crear ramas sin conexión. Compárenlo con los sistemas centralizados como </a:t>
            </a:r>
            <a:r>
              <a:rPr b="0" dirty="0" sz="1200" i="0" kern="1200" lang="es-ES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Subversion</a:t>
            </a:r>
            <a:r>
              <a:rPr b="0" dirty="0" sz="1200" i="0" kern="1200" lang="es-ES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o CVS, donde el servidor central es obligatorio, cada </a:t>
            </a:r>
            <a:r>
              <a:rPr b="0" dirty="0" sz="1200" i="0" kern="1200" lang="es-ES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commit</a:t>
            </a:r>
            <a:r>
              <a:rPr b="0" dirty="0" sz="1200" i="0" kern="1200" lang="es-ES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requiere red y solo existe una historia central. En </a:t>
            </a:r>
            <a:r>
              <a:rPr b="0" dirty="0" sz="1200" i="0" kern="1200" lang="es-ES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Git</a:t>
            </a:r>
            <a:r>
              <a:rPr b="0" dirty="0" sz="1200" i="0" kern="1200" lang="es-ES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cada desarrollador tiene su propio repositorio completo. Por eso decimos que </a:t>
            </a:r>
            <a:r>
              <a:rPr b="0" dirty="0" sz="1200" i="0" kern="1200" lang="es-ES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Git</a:t>
            </a:r>
            <a:r>
              <a:rPr b="0" dirty="0" sz="1200" i="0" kern="1200" lang="es-ES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es distribuido y recomendado frente a los CVCS.</a:t>
            </a:r>
            <a:endParaRPr dirty="0" lang="en-US"/>
          </a:p>
        </p:txBody>
      </p:sp>
      <p:sp>
        <p:nvSpPr>
          <p:cNvPr id="1048661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10" name="Slide Image Placeholder 1"/>
          <p:cNvSpPr>
            <a:spLocks noChangeAspect="1" noRot="1" noGrp="1"/>
          </p:cNvSpPr>
          <p:nvPr>
            <p:ph type="sldImg"/>
          </p:nvPr>
        </p:nvSpPr>
        <p:spPr/>
      </p:sp>
      <p:sp>
        <p:nvSpPr>
          <p:cNvPr id="1048711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b="0" dirty="0" sz="1200" i="0" kern="1200" lang="es-ES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Este es quizás el concepto más importante de toda la clase. Todo comando de </a:t>
            </a:r>
            <a:r>
              <a:rPr b="0" dirty="0" sz="1200" i="0" kern="1200" lang="es-ES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Git</a:t>
            </a:r>
            <a:r>
              <a:rPr b="0" dirty="0" sz="1200" i="0" kern="1200" lang="es-ES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mueve datos entre tres áreas. Primero, el </a:t>
            </a:r>
            <a:r>
              <a:rPr b="1" dirty="0" sz="1200" i="0" kern="1200" lang="es-ES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working</a:t>
            </a:r>
            <a:r>
              <a:rPr b="1" dirty="0" sz="1200" i="0" kern="1200" lang="es-ES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b="1" dirty="0" sz="1200" i="0" kern="1200" lang="es-ES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directory</a:t>
            </a:r>
            <a:r>
              <a:rPr b="0" dirty="0" sz="1200" i="0" kern="1200" lang="es-ES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son los archivos tal como los ves en tu editor, en disco. Aquí haces modificaciones que </a:t>
            </a:r>
            <a:r>
              <a:rPr b="0" dirty="0" sz="1200" i="0" kern="1200" lang="es-ES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Git</a:t>
            </a:r>
            <a:r>
              <a:rPr b="0" dirty="0" sz="1200" i="0" kern="1200" lang="es-ES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todavía no rastrea. Segundo, la </a:t>
            </a:r>
            <a:r>
              <a:rPr b="1" dirty="0" sz="1200" i="0" kern="1200" lang="es-ES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staging</a:t>
            </a:r>
            <a:r>
              <a:rPr b="1" dirty="0" sz="1200" i="0" kern="1200" lang="es-ES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b="1" dirty="0" sz="1200" i="0" kern="1200" lang="es-ES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area</a:t>
            </a:r>
            <a:r>
              <a:rPr b="0" dirty="0" sz="1200" i="0" kern="1200" lang="es-ES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o </a:t>
            </a:r>
            <a:r>
              <a:rPr b="0" dirty="0" sz="1200" i="0" kern="1200" lang="es-ES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index</a:t>
            </a:r>
            <a:r>
              <a:rPr b="0" dirty="0" sz="1200" i="0" kern="1200" lang="es-ES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es una "sala de espera" donde seleccionas qué cambios van a entrar en el próximo </a:t>
            </a:r>
            <a:r>
              <a:rPr b="0" dirty="0" sz="1200" i="0" kern="1200" lang="es-ES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commit</a:t>
            </a:r>
            <a:r>
              <a:rPr b="0" dirty="0" sz="1200" i="0" kern="1200" lang="es-ES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Tercero, el </a:t>
            </a:r>
            <a:r>
              <a:rPr b="1" dirty="0" sz="1200" i="0" kern="1200" lang="es-ES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repositorio local</a:t>
            </a:r>
            <a:r>
              <a:rPr b="0" dirty="0" sz="1200" i="0" kern="1200" lang="es-ES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donde </a:t>
            </a:r>
            <a:r>
              <a:rPr b="0" dirty="0" sz="1200" i="0" kern="1200" lang="es-ES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Git</a:t>
            </a:r>
            <a:r>
              <a:rPr b="0" dirty="0" sz="1200" i="0" kern="1200" lang="es-ES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guarda permanentemente los </a:t>
            </a:r>
            <a:r>
              <a:rPr b="0" dirty="0" sz="1200" i="0" kern="1200" lang="es-ES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commits</a:t>
            </a:r>
            <a:r>
              <a:rPr b="0" dirty="0" sz="1200" i="0" kern="1200" lang="es-ES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La secuencia es: editas en el </a:t>
            </a:r>
            <a:r>
              <a:rPr b="0" dirty="0" sz="1200" i="0" kern="1200" lang="es-ES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working</a:t>
            </a:r>
            <a:r>
              <a:rPr b="0" dirty="0" sz="1200" i="0" kern="1200" lang="es-ES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b="0" dirty="0" sz="1200" i="0" kern="1200" lang="es-ES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directory</a:t>
            </a:r>
            <a:r>
              <a:rPr b="0" dirty="0" sz="1200" i="0" kern="1200" lang="es-ES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luego </a:t>
            </a:r>
            <a:r>
              <a:rPr dirty="0" lang="es-ES" err="1" smtClean="0"/>
              <a:t>git</a:t>
            </a:r>
            <a:r>
              <a:rPr dirty="0" lang="es-ES" smtClean="0"/>
              <a:t> </a:t>
            </a:r>
            <a:r>
              <a:rPr dirty="0" lang="es-ES" err="1" smtClean="0"/>
              <a:t>add</a:t>
            </a:r>
            <a:r>
              <a:rPr b="0" dirty="0" sz="1200" i="0" kern="1200" lang="es-ES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mueve esos cambios a la </a:t>
            </a:r>
            <a:r>
              <a:rPr b="0" dirty="0" sz="1200" i="0" kern="1200" lang="es-ES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staging</a:t>
            </a:r>
            <a:r>
              <a:rPr b="0" dirty="0" sz="1200" i="0" kern="1200" lang="es-ES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b="0" dirty="0" sz="1200" i="0" kern="1200" lang="es-ES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area</a:t>
            </a:r>
            <a:r>
              <a:rPr b="0" dirty="0" sz="1200" i="0" kern="1200" lang="es-ES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y finalmente </a:t>
            </a:r>
            <a:r>
              <a:rPr dirty="0" lang="es-ES" err="1" smtClean="0"/>
              <a:t>git</a:t>
            </a:r>
            <a:r>
              <a:rPr dirty="0" lang="es-ES" smtClean="0"/>
              <a:t> </a:t>
            </a:r>
            <a:r>
              <a:rPr dirty="0" lang="es-ES" err="1" smtClean="0"/>
              <a:t>commit</a:t>
            </a:r>
            <a:r>
              <a:rPr b="0" dirty="0" sz="1200" i="0" kern="1200" lang="es-ES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los lleva al repositorio local. El comando </a:t>
            </a:r>
            <a:r>
              <a:rPr dirty="0" lang="es-ES" err="1" smtClean="0"/>
              <a:t>git</a:t>
            </a:r>
            <a:r>
              <a:rPr dirty="0" lang="es-ES" smtClean="0"/>
              <a:t> status</a:t>
            </a:r>
            <a:r>
              <a:rPr b="0" dirty="0" sz="1200" i="0" kern="1200" lang="es-ES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te muestra en qué estado está cada archivo en este flujo. Si entienden estas tres áreas, entienden el 80% de </a:t>
            </a:r>
            <a:r>
              <a:rPr b="0" dirty="0" sz="1200" i="0" kern="1200" lang="es-ES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Git</a:t>
            </a:r>
            <a:r>
              <a:rPr b="0" dirty="0" sz="1200" i="0" kern="1200" lang="es-ES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dirty="0" lang="en-US"/>
          </a:p>
        </p:txBody>
      </p:sp>
      <p:sp>
        <p:nvSpPr>
          <p:cNvPr id="1048712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56" name="Slide Image Placeholder 1"/>
          <p:cNvSpPr>
            <a:spLocks noChangeAspect="1" noRot="1" noGrp="1"/>
          </p:cNvSpPr>
          <p:nvPr>
            <p:ph type="sldImg"/>
          </p:nvPr>
        </p:nvSpPr>
        <p:spPr/>
      </p:sp>
      <p:sp>
        <p:nvSpPr>
          <p:cNvPr id="1048757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b="0" dirty="0" sz="1200" i="0" kern="1200" lang="es-ES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Vamos a la práctica. Voy a ejecutar estos comandos en la terminal y ustedes me van diciendo qué esperan que ocurra. Primero creo la carpeta </a:t>
            </a:r>
            <a:r>
              <a:rPr dirty="0" lang="es-ES" smtClean="0"/>
              <a:t>hola-</a:t>
            </a:r>
            <a:r>
              <a:rPr dirty="0" lang="es-ES" err="1" smtClean="0"/>
              <a:t>git</a:t>
            </a:r>
            <a:r>
              <a:rPr b="0" dirty="0" sz="1200" i="0" kern="1200" lang="es-ES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y entro en ella. Luego </a:t>
            </a:r>
            <a:r>
              <a:rPr dirty="0" lang="es-ES" err="1" smtClean="0"/>
              <a:t>git</a:t>
            </a:r>
            <a:r>
              <a:rPr dirty="0" lang="es-ES" smtClean="0"/>
              <a:t> </a:t>
            </a:r>
            <a:r>
              <a:rPr dirty="0" lang="es-ES" err="1" smtClean="0"/>
              <a:t>init</a:t>
            </a:r>
            <a:r>
              <a:rPr b="0" dirty="0" sz="1200" i="0" kern="1200" lang="es-ES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esto inicializa un repositorio vacío, crea la carpeta oculta </a:t>
            </a:r>
            <a:r>
              <a:rPr dirty="0" lang="es-ES" smtClean="0"/>
              <a:t>.</a:t>
            </a:r>
            <a:r>
              <a:rPr dirty="0" lang="es-ES" err="1" smtClean="0"/>
              <a:t>git</a:t>
            </a:r>
            <a:r>
              <a:rPr b="0" dirty="0" sz="1200" i="0" kern="1200" lang="es-ES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donde vivirá toda la historia. </a:t>
            </a:r>
            <a:r>
              <a:rPr dirty="0" lang="es-ES" err="1" smtClean="0"/>
              <a:t>git</a:t>
            </a:r>
            <a:r>
              <a:rPr dirty="0" lang="es-ES" smtClean="0"/>
              <a:t> status</a:t>
            </a:r>
            <a:r>
              <a:rPr b="0" dirty="0" sz="1200" i="0" kern="1200" lang="es-ES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me dice que estoy en la rama </a:t>
            </a:r>
            <a:r>
              <a:rPr dirty="0" lang="es-ES" err="1" smtClean="0"/>
              <a:t>main</a:t>
            </a:r>
            <a:r>
              <a:rPr b="0" dirty="0" sz="1200" i="0" kern="1200" lang="es-ES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y que no hay </a:t>
            </a:r>
            <a:r>
              <a:rPr b="0" dirty="0" sz="1200" i="0" kern="1200" lang="es-ES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commits</a:t>
            </a:r>
            <a:r>
              <a:rPr b="0" dirty="0" sz="1200" i="0" kern="1200" lang="es-ES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todavía. Ahora creo un archivo </a:t>
            </a:r>
            <a:r>
              <a:rPr dirty="0" lang="es-ES" smtClean="0"/>
              <a:t>README.md</a:t>
            </a:r>
            <a:r>
              <a:rPr b="0" dirty="0" sz="1200" i="0" kern="1200" lang="es-ES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con un saludo. </a:t>
            </a:r>
            <a:r>
              <a:rPr dirty="0" lang="es-ES" err="1" smtClean="0"/>
              <a:t>git</a:t>
            </a:r>
            <a:r>
              <a:rPr dirty="0" lang="es-ES" smtClean="0"/>
              <a:t> </a:t>
            </a:r>
            <a:r>
              <a:rPr dirty="0" lang="es-ES" err="1" smtClean="0"/>
              <a:t>add</a:t>
            </a:r>
            <a:r>
              <a:rPr dirty="0" lang="es-ES" smtClean="0"/>
              <a:t> README.md</a:t>
            </a:r>
            <a:r>
              <a:rPr b="0" dirty="0" sz="1200" i="0" kern="1200" lang="es-ES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lo mueve a la </a:t>
            </a:r>
            <a:r>
              <a:rPr b="0" dirty="0" sz="1200" i="0" kern="1200" lang="es-ES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staging</a:t>
            </a:r>
            <a:r>
              <a:rPr b="0" dirty="0" sz="1200" i="0" kern="1200" lang="es-ES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b="0" dirty="0" sz="1200" i="0" kern="1200" lang="es-ES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area</a:t>
            </a:r>
            <a:r>
              <a:rPr b="0" dirty="0" sz="1200" i="0" kern="1200" lang="es-ES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; si hago </a:t>
            </a:r>
            <a:r>
              <a:rPr dirty="0" lang="es-ES" err="1" smtClean="0"/>
              <a:t>git</a:t>
            </a:r>
            <a:r>
              <a:rPr dirty="0" lang="es-ES" smtClean="0"/>
              <a:t> status</a:t>
            </a:r>
            <a:r>
              <a:rPr b="0" dirty="0" sz="1200" i="0" kern="1200" lang="es-ES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de nuevo, verán que aparece como "new file" listo para </a:t>
            </a:r>
            <a:r>
              <a:rPr b="0" dirty="0" sz="1200" i="0" kern="1200" lang="es-ES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commit</a:t>
            </a:r>
            <a:r>
              <a:rPr b="0" dirty="0" sz="1200" i="0" kern="1200" lang="es-ES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Finalmente, </a:t>
            </a:r>
            <a:r>
              <a:rPr dirty="0" lang="es-ES" err="1" smtClean="0"/>
              <a:t>git</a:t>
            </a:r>
            <a:r>
              <a:rPr dirty="0" lang="es-ES" smtClean="0"/>
              <a:t> </a:t>
            </a:r>
            <a:r>
              <a:rPr dirty="0" lang="es-ES" err="1" smtClean="0"/>
              <a:t>commit</a:t>
            </a:r>
            <a:r>
              <a:rPr dirty="0" lang="es-ES" smtClean="0"/>
              <a:t> -m "</a:t>
            </a:r>
            <a:r>
              <a:rPr dirty="0" lang="es-ES" err="1" smtClean="0"/>
              <a:t>feat</a:t>
            </a:r>
            <a:r>
              <a:rPr dirty="0" lang="es-ES" smtClean="0"/>
              <a:t>: primer </a:t>
            </a:r>
            <a:r>
              <a:rPr dirty="0" lang="es-ES" err="1" smtClean="0"/>
              <a:t>commit</a:t>
            </a:r>
            <a:r>
              <a:rPr dirty="0" lang="es-ES" smtClean="0"/>
              <a:t> del proyecto"</a:t>
            </a:r>
            <a:r>
              <a:rPr b="0" dirty="0" sz="1200" i="0" kern="1200" lang="es-ES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Observen el mensaje: usamos el prefijo </a:t>
            </a:r>
            <a:r>
              <a:rPr dirty="0" lang="es-ES" err="1" smtClean="0"/>
              <a:t>feat</a:t>
            </a:r>
            <a:r>
              <a:rPr dirty="0" lang="es-ES" smtClean="0"/>
              <a:t>:</a:t>
            </a:r>
            <a:r>
              <a:rPr b="0" dirty="0" sz="1200" i="0" kern="1200" lang="es-ES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que es una convención que veremos más adelante. El </a:t>
            </a:r>
            <a:r>
              <a:rPr b="0" dirty="0" sz="1200" i="0" kern="1200" lang="es-ES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commit</a:t>
            </a:r>
            <a:r>
              <a:rPr b="0" dirty="0" sz="1200" i="0" kern="1200" lang="es-ES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queda registrado con un hash único, en este caso </a:t>
            </a:r>
            <a:r>
              <a:rPr dirty="0" lang="es-ES" smtClean="0"/>
              <a:t>a1b2c3d</a:t>
            </a:r>
            <a:r>
              <a:rPr b="0" dirty="0" sz="1200" i="0" kern="1200" lang="es-ES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Y ya tenemos nuestro primer </a:t>
            </a:r>
            <a:r>
              <a:rPr b="0" dirty="0" sz="1200" i="0" kern="1200" lang="es-ES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commit</a:t>
            </a:r>
            <a:r>
              <a:rPr b="0" dirty="0" sz="1200" i="0" kern="1200" lang="es-ES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dirty="0" lang="en-US"/>
          </a:p>
        </p:txBody>
      </p:sp>
      <p:sp>
        <p:nvSpPr>
          <p:cNvPr id="1048758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06" name="Slide Image Placeholder 1"/>
          <p:cNvSpPr>
            <a:spLocks noChangeAspect="1" noRot="1" noGrp="1"/>
          </p:cNvSpPr>
          <p:nvPr>
            <p:ph type="sldImg"/>
          </p:nvPr>
        </p:nvSpPr>
        <p:spPr/>
      </p:sp>
      <p:sp>
        <p:nvSpPr>
          <p:cNvPr id="1048807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b="0" dirty="0" sz="1200" i="0" kern="1200" lang="es-ES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Las ramas en </a:t>
            </a:r>
            <a:r>
              <a:rPr b="0" dirty="0" sz="1200" i="0" kern="1200" lang="es-ES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Git</a:t>
            </a:r>
            <a:r>
              <a:rPr b="0" dirty="0" sz="1200" i="0" kern="1200" lang="es-ES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son punteros baratos a </a:t>
            </a:r>
            <a:r>
              <a:rPr b="0" dirty="0" sz="1200" i="0" kern="1200" lang="es-ES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commits</a:t>
            </a:r>
            <a:r>
              <a:rPr b="0" dirty="0" sz="1200" i="0" kern="1200" lang="es-ES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No copian archivos ni carpetas: solo crean un puntero que se mueve. En el diagrama ven </a:t>
            </a:r>
            <a:r>
              <a:rPr dirty="0" lang="es-ES" err="1" smtClean="0"/>
              <a:t>main</a:t>
            </a:r>
            <a:r>
              <a:rPr b="0" dirty="0" sz="1200" i="0" kern="1200" lang="es-ES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avanzando y </a:t>
            </a:r>
            <a:r>
              <a:rPr dirty="0" lang="es-ES" err="1" smtClean="0"/>
              <a:t>feature</a:t>
            </a:r>
            <a:r>
              <a:rPr dirty="0" lang="es-ES" smtClean="0"/>
              <a:t>/</a:t>
            </a:r>
            <a:r>
              <a:rPr dirty="0" lang="es-ES" err="1" smtClean="0"/>
              <a:t>login</a:t>
            </a:r>
            <a:r>
              <a:rPr b="0" dirty="0" sz="1200" i="0" kern="1200" lang="es-ES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saliendo y volviendo. Voy a crear una rama con </a:t>
            </a:r>
            <a:r>
              <a:rPr dirty="0" lang="es-ES" err="1" smtClean="0"/>
              <a:t>git</a:t>
            </a:r>
            <a:r>
              <a:rPr dirty="0" lang="es-ES" smtClean="0"/>
              <a:t> </a:t>
            </a:r>
            <a:r>
              <a:rPr dirty="0" lang="es-ES" err="1" smtClean="0"/>
              <a:t>switch</a:t>
            </a:r>
            <a:r>
              <a:rPr dirty="0" lang="es-ES" smtClean="0"/>
              <a:t> -c </a:t>
            </a:r>
            <a:r>
              <a:rPr dirty="0" lang="es-ES" err="1" smtClean="0"/>
              <a:t>feature</a:t>
            </a:r>
            <a:r>
              <a:rPr dirty="0" lang="es-ES" smtClean="0"/>
              <a:t>/</a:t>
            </a:r>
            <a:r>
              <a:rPr dirty="0" lang="es-ES" err="1" smtClean="0"/>
              <a:t>login</a:t>
            </a:r>
            <a:r>
              <a:rPr b="0" dirty="0" sz="1200" i="0" kern="1200" lang="es-ES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Esto crea la rama y me mueve a ella. Ahora creo un archivo </a:t>
            </a:r>
            <a:r>
              <a:rPr dirty="0" lang="es-ES" smtClean="0"/>
              <a:t>login.html</a:t>
            </a:r>
            <a:r>
              <a:rPr b="0" dirty="0" sz="1200" i="0" kern="1200" lang="es-ES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lo añado y hago </a:t>
            </a:r>
            <a:r>
              <a:rPr b="0" dirty="0" sz="1200" i="0" kern="1200" lang="es-ES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commit</a:t>
            </a:r>
            <a:r>
              <a:rPr b="0" dirty="0" sz="1200" i="0" kern="1200" lang="es-ES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Si vuelvo a </a:t>
            </a:r>
            <a:r>
              <a:rPr dirty="0" lang="es-ES" err="1" smtClean="0"/>
              <a:t>main</a:t>
            </a:r>
            <a:r>
              <a:rPr b="0" dirty="0" sz="1200" i="0" kern="1200" lang="es-ES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con </a:t>
            </a:r>
            <a:r>
              <a:rPr dirty="0" lang="es-ES" err="1" smtClean="0"/>
              <a:t>git</a:t>
            </a:r>
            <a:r>
              <a:rPr dirty="0" lang="es-ES" smtClean="0"/>
              <a:t> </a:t>
            </a:r>
            <a:r>
              <a:rPr dirty="0" lang="es-ES" err="1" smtClean="0"/>
              <a:t>switch</a:t>
            </a:r>
            <a:r>
              <a:rPr dirty="0" lang="es-ES" smtClean="0"/>
              <a:t> </a:t>
            </a:r>
            <a:r>
              <a:rPr dirty="0" lang="es-ES" err="1" smtClean="0"/>
              <a:t>main</a:t>
            </a:r>
            <a:r>
              <a:rPr b="0" dirty="0" sz="1200" i="0" kern="1200" lang="es-ES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verán que </a:t>
            </a:r>
            <a:r>
              <a:rPr dirty="0" lang="es-ES" smtClean="0"/>
              <a:t>login.html</a:t>
            </a:r>
            <a:r>
              <a:rPr b="0" dirty="0" sz="1200" i="0" kern="1200" lang="es-ES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no está ahí, porque pertenece a la rama </a:t>
            </a:r>
            <a:r>
              <a:rPr b="0" dirty="0" sz="1200" i="0" kern="1200" lang="es-ES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feature</a:t>
            </a:r>
            <a:r>
              <a:rPr b="0" dirty="0" sz="1200" i="0" kern="1200" lang="es-ES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Luego hago </a:t>
            </a:r>
            <a:r>
              <a:rPr dirty="0" lang="es-ES" err="1" smtClean="0"/>
              <a:t>git</a:t>
            </a:r>
            <a:r>
              <a:rPr dirty="0" lang="es-ES" smtClean="0"/>
              <a:t> </a:t>
            </a:r>
            <a:r>
              <a:rPr dirty="0" lang="es-ES" err="1" smtClean="0"/>
              <a:t>merge</a:t>
            </a:r>
            <a:r>
              <a:rPr dirty="0" lang="es-ES" smtClean="0"/>
              <a:t> </a:t>
            </a:r>
            <a:r>
              <a:rPr dirty="0" lang="es-ES" err="1" smtClean="0"/>
              <a:t>feature</a:t>
            </a:r>
            <a:r>
              <a:rPr dirty="0" lang="es-ES" smtClean="0"/>
              <a:t>/</a:t>
            </a:r>
            <a:r>
              <a:rPr dirty="0" lang="es-ES" err="1" smtClean="0"/>
              <a:t>login</a:t>
            </a:r>
            <a:r>
              <a:rPr b="0" dirty="0" sz="1200" i="0" kern="1200" lang="es-ES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Como </a:t>
            </a:r>
            <a:r>
              <a:rPr dirty="0" lang="es-ES" err="1" smtClean="0"/>
              <a:t>main</a:t>
            </a:r>
            <a:r>
              <a:rPr b="0" dirty="0" sz="1200" i="0" kern="1200" lang="es-ES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no había avanzado, el </a:t>
            </a:r>
            <a:r>
              <a:rPr b="0" dirty="0" sz="1200" i="0" kern="1200" lang="es-ES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merge</a:t>
            </a:r>
            <a:r>
              <a:rPr b="0" dirty="0" sz="1200" i="0" kern="1200" lang="es-ES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es </a:t>
            </a:r>
            <a:r>
              <a:rPr b="0" dirty="0" sz="1200" i="0" kern="1200" lang="es-ES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fast</a:t>
            </a:r>
            <a:r>
              <a:rPr b="0" dirty="0" sz="1200" i="0" kern="1200" lang="es-ES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-forward: simplemente mueve el puntero de </a:t>
            </a:r>
            <a:r>
              <a:rPr dirty="0" lang="es-ES" err="1" smtClean="0"/>
              <a:t>main</a:t>
            </a:r>
            <a:r>
              <a:rPr b="0" dirty="0" sz="1200" i="0" kern="1200" lang="es-ES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al </a:t>
            </a:r>
            <a:r>
              <a:rPr b="0" dirty="0" sz="1200" i="0" kern="1200" lang="es-ES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commit</a:t>
            </a:r>
            <a:r>
              <a:rPr b="0" dirty="0" sz="1200" i="0" kern="1200" lang="es-ES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de </a:t>
            </a:r>
            <a:r>
              <a:rPr b="0" dirty="0" sz="1200" i="0" kern="1200" lang="es-ES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feature</a:t>
            </a:r>
            <a:r>
              <a:rPr b="0" dirty="0" sz="1200" i="0" kern="1200" lang="es-ES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Finalmente, </a:t>
            </a:r>
            <a:r>
              <a:rPr dirty="0" lang="es-ES" err="1" smtClean="0"/>
              <a:t>git</a:t>
            </a:r>
            <a:r>
              <a:rPr dirty="0" lang="es-ES" smtClean="0"/>
              <a:t> log --</a:t>
            </a:r>
            <a:r>
              <a:rPr dirty="0" lang="es-ES" err="1" smtClean="0"/>
              <a:t>oneline</a:t>
            </a:r>
            <a:r>
              <a:rPr dirty="0" lang="es-ES" smtClean="0"/>
              <a:t> --</a:t>
            </a:r>
            <a:r>
              <a:rPr dirty="0" lang="es-ES" err="1" smtClean="0"/>
              <a:t>graph</a:t>
            </a:r>
            <a:r>
              <a:rPr dirty="0" lang="es-ES" smtClean="0"/>
              <a:t> --</a:t>
            </a:r>
            <a:r>
              <a:rPr dirty="0" lang="es-ES" err="1" smtClean="0"/>
              <a:t>all</a:t>
            </a:r>
            <a:r>
              <a:rPr b="0" dirty="0" sz="1200" i="0" kern="1200" lang="es-ES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me muestra el historial de forma gráfica: verán el </a:t>
            </a:r>
            <a:r>
              <a:rPr b="0" dirty="0" sz="1200" i="0" kern="1200" lang="es-ES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commit</a:t>
            </a:r>
            <a:r>
              <a:rPr b="0" dirty="0" sz="1200" i="0" kern="1200" lang="es-ES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de </a:t>
            </a:r>
            <a:r>
              <a:rPr b="0" dirty="0" sz="1200" i="0" kern="1200" lang="es-ES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feature</a:t>
            </a:r>
            <a:r>
              <a:rPr b="0" dirty="0" sz="1200" i="0" kern="1200" lang="es-ES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y el </a:t>
            </a:r>
            <a:r>
              <a:rPr b="0" dirty="0" sz="1200" i="0" kern="1200" lang="es-ES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commit</a:t>
            </a:r>
            <a:r>
              <a:rPr b="0" dirty="0" sz="1200" i="0" kern="1200" lang="es-ES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inicial. Esto es el poder de las ramas: experimentar sin miedo y fusionar cuando esté listo.</a:t>
            </a:r>
            <a:endParaRPr dirty="0" lang="en-US"/>
          </a:p>
        </p:txBody>
      </p:sp>
      <p:sp>
        <p:nvSpPr>
          <p:cNvPr id="1048808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81" name="Slide Image Placeholder 1"/>
          <p:cNvSpPr>
            <a:spLocks noChangeAspect="1" noRot="1" noGrp="1"/>
          </p:cNvSpPr>
          <p:nvPr>
            <p:ph type="sldImg"/>
          </p:nvPr>
        </p:nvSpPr>
        <p:spPr/>
      </p:sp>
      <p:sp>
        <p:nvSpPr>
          <p:cNvPr id="104888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b="0" dirty="0" sz="1200" i="0" kern="1200" lang="es-ES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Ahora conectamos con el mundo remoto. Primero </a:t>
            </a:r>
            <a:r>
              <a:rPr dirty="0" lang="es-ES" err="1" smtClean="0"/>
              <a:t>git</a:t>
            </a:r>
            <a:r>
              <a:rPr dirty="0" lang="es-ES" smtClean="0"/>
              <a:t> </a:t>
            </a:r>
            <a:r>
              <a:rPr dirty="0" lang="es-ES" err="1" smtClean="0"/>
              <a:t>remote</a:t>
            </a:r>
            <a:r>
              <a:rPr dirty="0" lang="es-ES" smtClean="0"/>
              <a:t> </a:t>
            </a:r>
            <a:r>
              <a:rPr dirty="0" lang="es-ES" err="1" smtClean="0"/>
              <a:t>add</a:t>
            </a:r>
            <a:r>
              <a:rPr dirty="0" lang="es-ES" smtClean="0"/>
              <a:t> </a:t>
            </a:r>
            <a:r>
              <a:rPr dirty="0" lang="es-ES" err="1" smtClean="0"/>
              <a:t>origin</a:t>
            </a:r>
            <a:r>
              <a:rPr b="0" dirty="0" sz="1200" i="0" kern="1200" lang="es-ES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con la URL del repositorio en GitHub. Luego </a:t>
            </a:r>
            <a:r>
              <a:rPr dirty="0" lang="es-ES" err="1" smtClean="0"/>
              <a:t>git</a:t>
            </a:r>
            <a:r>
              <a:rPr dirty="0" lang="es-ES" smtClean="0"/>
              <a:t> </a:t>
            </a:r>
            <a:r>
              <a:rPr dirty="0" lang="es-ES" err="1" smtClean="0"/>
              <a:t>push</a:t>
            </a:r>
            <a:r>
              <a:rPr dirty="0" lang="es-ES" smtClean="0"/>
              <a:t> -u </a:t>
            </a:r>
            <a:r>
              <a:rPr dirty="0" lang="es-ES" err="1" smtClean="0"/>
              <a:t>origin</a:t>
            </a:r>
            <a:r>
              <a:rPr dirty="0" lang="es-ES" smtClean="0"/>
              <a:t> </a:t>
            </a:r>
            <a:r>
              <a:rPr dirty="0" lang="es-ES" err="1" smtClean="0"/>
              <a:t>main</a:t>
            </a:r>
            <a:r>
              <a:rPr b="0" dirty="0" sz="1200" i="0" kern="1200" lang="es-ES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Esto sube nuestros </a:t>
            </a:r>
            <a:r>
              <a:rPr b="0" dirty="0" sz="1200" i="0" kern="1200" lang="es-ES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commits</a:t>
            </a:r>
            <a:r>
              <a:rPr b="0" dirty="0" sz="1200" i="0" kern="1200" lang="es-ES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al remoto y establece la rama </a:t>
            </a:r>
            <a:r>
              <a:rPr dirty="0" lang="es-ES" err="1" smtClean="0"/>
              <a:t>main</a:t>
            </a:r>
            <a:r>
              <a:rPr b="0" dirty="0" sz="1200" i="0" kern="1200" lang="es-ES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local como tracking de </a:t>
            </a:r>
            <a:r>
              <a:rPr dirty="0" lang="es-ES" err="1" smtClean="0"/>
              <a:t>origin</a:t>
            </a:r>
            <a:r>
              <a:rPr dirty="0" lang="es-ES" smtClean="0"/>
              <a:t>/</a:t>
            </a:r>
            <a:r>
              <a:rPr dirty="0" lang="es-ES" err="1" smtClean="0"/>
              <a:t>main</a:t>
            </a:r>
            <a:r>
              <a:rPr b="0" dirty="0" sz="1200" i="0" kern="1200" lang="es-ES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GitHub detecta el </a:t>
            </a:r>
            <a:r>
              <a:rPr b="0" dirty="0" sz="1200" i="0" kern="1200" lang="es-ES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push</a:t>
            </a:r>
            <a:r>
              <a:rPr b="0" dirty="0" sz="1200" i="0" kern="1200" lang="es-ES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y, si hay un </a:t>
            </a:r>
            <a:r>
              <a:rPr b="0" dirty="0" sz="1200" i="0" kern="1200" lang="es-ES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workflow</a:t>
            </a:r>
            <a:r>
              <a:rPr b="0" dirty="0" sz="1200" i="0" kern="1200" lang="es-ES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definido en </a:t>
            </a:r>
            <a:r>
              <a:rPr dirty="0" lang="es-ES" smtClean="0"/>
              <a:t>.</a:t>
            </a:r>
            <a:r>
              <a:rPr dirty="0" lang="es-ES" err="1" smtClean="0"/>
              <a:t>github</a:t>
            </a:r>
            <a:r>
              <a:rPr dirty="0" lang="es-ES" smtClean="0"/>
              <a:t>/</a:t>
            </a:r>
            <a:r>
              <a:rPr dirty="0" lang="es-ES" err="1" smtClean="0"/>
              <a:t>workflows</a:t>
            </a:r>
            <a:r>
              <a:rPr dirty="0" lang="es-ES" smtClean="0"/>
              <a:t>/</a:t>
            </a:r>
            <a:r>
              <a:rPr dirty="0" lang="es-ES" err="1" smtClean="0"/>
              <a:t>ci.yml</a:t>
            </a:r>
            <a:r>
              <a:rPr b="0" dirty="0" sz="1200" i="0" kern="1200" lang="es-ES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arranca automáticamente el pipeline de integración continua. En el diagrama ven las cuatro etapas: </a:t>
            </a:r>
            <a:r>
              <a:rPr b="0" dirty="0" sz="1200" i="0" kern="1200" lang="es-ES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push</a:t>
            </a:r>
            <a:r>
              <a:rPr b="0" dirty="0" sz="1200" i="0" kern="1200" lang="es-ES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b="0" dirty="0" sz="1200" i="0" kern="1200" lang="es-ES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trigger</a:t>
            </a:r>
            <a:r>
              <a:rPr b="0" dirty="0" sz="1200" i="0" kern="1200" lang="es-ES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CI (donde se ejecutan </a:t>
            </a:r>
            <a:r>
              <a:rPr b="0" dirty="0" sz="1200" i="0" kern="1200" lang="es-ES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tests</a:t>
            </a:r>
            <a:r>
              <a:rPr b="0" dirty="0" sz="1200" i="0" kern="1200" lang="es-ES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b="0" dirty="0" sz="1200" i="0" kern="1200" lang="es-ES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lint</a:t>
            </a:r>
            <a:r>
              <a:rPr b="0" dirty="0" sz="1200" i="0" kern="1200" lang="es-ES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y </a:t>
            </a:r>
            <a:r>
              <a:rPr b="0" dirty="0" sz="1200" i="0" kern="1200" lang="es-ES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build</a:t>
            </a:r>
            <a:r>
              <a:rPr b="0" dirty="0" sz="1200" i="0" kern="1200" lang="es-ES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en un runner con Ubuntu), y finalmente el </a:t>
            </a:r>
            <a:r>
              <a:rPr b="0" dirty="0" sz="1200" i="0" kern="1200" lang="es-ES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green</a:t>
            </a:r>
            <a:r>
              <a:rPr b="0" dirty="0" sz="1200" i="0" kern="1200" lang="es-ES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b="0" dirty="0" sz="1200" i="0" kern="1200" lang="es-ES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build</a:t>
            </a:r>
            <a:r>
              <a:rPr b="0" dirty="0" sz="1200" i="0" kern="1200" lang="es-ES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que indica que todo pasó y el código es </a:t>
            </a:r>
            <a:r>
              <a:rPr b="0" dirty="0" sz="1200" i="0" kern="1200" lang="es-ES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mergeable</a:t>
            </a:r>
            <a:r>
              <a:rPr b="0" dirty="0" sz="1200" i="0" kern="1200" lang="es-ES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 </a:t>
            </a:r>
            <a:r>
              <a:rPr b="0" dirty="0" sz="1200" i="0" kern="1200" lang="es-ES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main</a:t>
            </a:r>
            <a:r>
              <a:rPr b="0" dirty="0" sz="1200" i="0" kern="1200" lang="es-ES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Este es el ciclo real de trabajo en equipo: </a:t>
            </a:r>
            <a:r>
              <a:rPr b="0" dirty="0" sz="1200" i="0" kern="1200" lang="es-ES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commiteas</a:t>
            </a:r>
            <a:r>
              <a:rPr b="0" dirty="0" sz="1200" i="0" kern="1200" lang="es-ES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local, haces </a:t>
            </a:r>
            <a:r>
              <a:rPr b="0" dirty="0" sz="1200" i="0" kern="1200" lang="es-ES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push</a:t>
            </a:r>
            <a:r>
              <a:rPr b="0" dirty="0" sz="1200" i="0" kern="1200" lang="es-ES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y la nube valida tu código.</a:t>
            </a:r>
            <a:endParaRPr dirty="0" lang="en-US"/>
          </a:p>
        </p:txBody>
      </p:sp>
      <p:sp>
        <p:nvSpPr>
          <p:cNvPr id="1048883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954" name="Slide Image Placeholder 1"/>
          <p:cNvSpPr>
            <a:spLocks noChangeAspect="1" noRot="1" noGrp="1"/>
          </p:cNvSpPr>
          <p:nvPr>
            <p:ph type="sldImg"/>
          </p:nvPr>
        </p:nvSpPr>
        <p:spPr/>
      </p:sp>
      <p:sp>
        <p:nvSpPr>
          <p:cNvPr id="1048955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b="0" dirty="0" sz="1200" i="0" kern="1200" lang="es-ES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Estos hábitos los quiero aplicar desde el día uno. Primero: </a:t>
            </a:r>
            <a:r>
              <a:rPr b="1" dirty="0" sz="1200" i="0" kern="1200" lang="es-ES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commits</a:t>
            </a:r>
            <a:r>
              <a:rPr b="1" dirty="0" sz="1200" i="0" kern="1200" lang="es-ES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atómicos</a:t>
            </a:r>
            <a:r>
              <a:rPr b="0" dirty="0" sz="1200" i="0" kern="1200" lang="es-ES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Un cambio lógico por </a:t>
            </a:r>
            <a:r>
              <a:rPr b="0" dirty="0" sz="1200" i="0" kern="1200" lang="es-ES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commit</a:t>
            </a:r>
            <a:r>
              <a:rPr b="0" dirty="0" sz="1200" i="0" kern="1200" lang="es-ES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No mezclen arreglar un bug con agregar una funcionalidad. Usen prefijos como </a:t>
            </a:r>
            <a:r>
              <a:rPr dirty="0" lang="es-ES" err="1" smtClean="0"/>
              <a:t>feat</a:t>
            </a:r>
            <a:r>
              <a:rPr dirty="0" lang="es-ES" smtClean="0"/>
              <a:t>:</a:t>
            </a:r>
            <a:r>
              <a:rPr b="0" dirty="0" sz="1200" i="0" kern="1200" lang="es-ES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dirty="0" lang="es-ES" err="1" smtClean="0"/>
              <a:t>fix</a:t>
            </a:r>
            <a:r>
              <a:rPr dirty="0" lang="es-ES" smtClean="0"/>
              <a:t>:</a:t>
            </a:r>
            <a:r>
              <a:rPr b="0" dirty="0" sz="1200" i="0" kern="1200" lang="es-ES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dirty="0" lang="es-ES" err="1" smtClean="0"/>
              <a:t>docs</a:t>
            </a:r>
            <a:r>
              <a:rPr dirty="0" lang="es-ES" smtClean="0"/>
              <a:t>:</a:t>
            </a:r>
            <a:r>
              <a:rPr b="0" dirty="0" sz="1200" i="0" kern="1200" lang="es-ES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dirty="0" lang="es-ES" err="1" smtClean="0"/>
              <a:t>refactor</a:t>
            </a:r>
            <a:r>
              <a:rPr dirty="0" lang="es-ES" smtClean="0"/>
              <a:t>:</a:t>
            </a:r>
            <a:r>
              <a:rPr b="0" dirty="0" sz="1200" i="0" kern="1200" lang="es-ES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Segundo: </a:t>
            </a:r>
            <a:r>
              <a:rPr b="1" dirty="0" sz="1200" i="0" kern="1200" lang="es-ES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commitea</a:t>
            </a:r>
            <a:r>
              <a:rPr b="1" dirty="0" sz="1200" i="0" kern="1200" lang="es-ES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 menudo</a:t>
            </a:r>
            <a:r>
              <a:rPr b="0" dirty="0" sz="1200" i="0" kern="1200" lang="es-ES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Es mejor muchos </a:t>
            </a:r>
            <a:r>
              <a:rPr b="0" dirty="0" sz="1200" i="0" kern="1200" lang="es-ES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commits</a:t>
            </a:r>
            <a:r>
              <a:rPr b="0" dirty="0" sz="1200" i="0" kern="1200" lang="es-ES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pequeños que uno gigante al final del día. Tercero: </a:t>
            </a:r>
            <a:r>
              <a:rPr b="1" dirty="0" sz="1200" i="0" kern="1200" lang="es-ES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push</a:t>
            </a:r>
            <a:r>
              <a:rPr b="1" dirty="0" sz="1200" i="0" kern="1200" lang="es-ES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al terminar una unidad de trabajo</a:t>
            </a:r>
            <a:r>
              <a:rPr b="0" dirty="0" sz="1200" i="0" kern="1200" lang="es-ES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No dejen el código solo en su máquina. Cuarto: </a:t>
            </a:r>
            <a:r>
              <a:rPr b="1" dirty="0" sz="1200" i="0" kern="1200" lang="es-ES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nunca </a:t>
            </a:r>
            <a:r>
              <a:rPr b="1" dirty="0" sz="1200" i="0" kern="1200" lang="es-ES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commitear</a:t>
            </a:r>
            <a:r>
              <a:rPr b="1" dirty="0" sz="1200" i="0" kern="1200" lang="es-ES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secretos</a:t>
            </a:r>
            <a:r>
              <a:rPr b="0" dirty="0" sz="1200" i="0" kern="1200" lang="es-ES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Archivos </a:t>
            </a:r>
            <a:r>
              <a:rPr dirty="0" lang="es-ES" smtClean="0"/>
              <a:t>.</a:t>
            </a:r>
            <a:r>
              <a:rPr dirty="0" lang="es-ES" err="1" smtClean="0"/>
              <a:t>env</a:t>
            </a:r>
            <a:r>
              <a:rPr b="0" dirty="0" sz="1200" i="0" kern="1200" lang="es-ES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API </a:t>
            </a:r>
            <a:r>
              <a:rPr b="0" dirty="0" sz="1200" i="0" kern="1200" lang="es-ES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keys</a:t>
            </a:r>
            <a:r>
              <a:rPr b="0" dirty="0" sz="1200" i="0" kern="1200" lang="es-ES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contraseñas: si los suben, quedan en la historia para siempre. Quinto: </a:t>
            </a:r>
            <a:r>
              <a:rPr b="1" dirty="0" sz="1200" i="0" kern="1200" lang="es-ES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pull</a:t>
            </a:r>
            <a:r>
              <a:rPr b="1" dirty="0" sz="1200" i="0" kern="1200" lang="es-ES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antes de </a:t>
            </a:r>
            <a:r>
              <a:rPr b="1" dirty="0" sz="1200" i="0" kern="1200" lang="es-ES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push</a:t>
            </a:r>
            <a:r>
              <a:rPr b="0" dirty="0" sz="1200" i="0" kern="1200" lang="es-ES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Evita rechazos por divergencia y conflictos innecesarios. Estos cinco hábitos separan a un desarrollador amateur de uno profesional.</a:t>
            </a:r>
            <a:endParaRPr dirty="0" lang="en-US"/>
          </a:p>
        </p:txBody>
      </p:sp>
      <p:sp>
        <p:nvSpPr>
          <p:cNvPr id="1048956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4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016" name="Slide Image Placeholder 1"/>
          <p:cNvSpPr>
            <a:spLocks noChangeAspect="1" noRot="1" noGrp="1"/>
          </p:cNvSpPr>
          <p:nvPr>
            <p:ph type="sldImg"/>
          </p:nvPr>
        </p:nvSpPr>
        <p:spPr/>
      </p:sp>
      <p:sp>
        <p:nvSpPr>
          <p:cNvPr id="1049017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b="0" dirty="0" sz="1200" i="0" kern="1200" lang="es-ES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Les</a:t>
            </a:r>
            <a:r>
              <a:rPr baseline="0" b="0" dirty="0" sz="1200" i="0" kern="1200" lang="es-ES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re</a:t>
            </a:r>
            <a:r>
              <a:rPr b="0" dirty="0" sz="1200" i="0" kern="1200" lang="es-ES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comiendo profundizar con estos recursos. En el Grupo 1, libros: </a:t>
            </a:r>
            <a:r>
              <a:rPr b="0" dirty="0" sz="1200" i="1" kern="1200" lang="es-ES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Pro </a:t>
            </a:r>
            <a:r>
              <a:rPr b="0" dirty="0" sz="1200" i="1" kern="1200" lang="es-ES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Git</a:t>
            </a:r>
            <a:r>
              <a:rPr b="0" dirty="0" sz="1200" i="0" kern="1200" lang="es-ES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de Scott </a:t>
            </a:r>
            <a:r>
              <a:rPr b="0" dirty="0" sz="1200" i="0" kern="1200" lang="es-ES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Chacon</a:t>
            </a:r>
            <a:r>
              <a:rPr b="0" dirty="0" sz="1200" i="0" kern="1200" lang="es-ES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y Ben </a:t>
            </a:r>
            <a:r>
              <a:rPr b="0" dirty="0" sz="1200" i="0" kern="1200" lang="es-ES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Straub</a:t>
            </a:r>
            <a:r>
              <a:rPr b="0" dirty="0" sz="1200" i="0" kern="1200" lang="es-ES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que es el libro oficial y gratuito, y </a:t>
            </a:r>
            <a:r>
              <a:rPr b="0" dirty="0" sz="1200" i="1" kern="1200" lang="es-ES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Version</a:t>
            </a:r>
            <a:r>
              <a:rPr b="0" dirty="0" sz="1200" i="1" kern="1200" lang="es-ES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Control </a:t>
            </a:r>
            <a:r>
              <a:rPr b="0" dirty="0" sz="1200" i="1" kern="1200" lang="es-ES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with</a:t>
            </a:r>
            <a:r>
              <a:rPr b="0" dirty="0" sz="1200" i="1" kern="1200" lang="es-ES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b="0" dirty="0" sz="1200" i="1" kern="1200" lang="es-ES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Git</a:t>
            </a:r>
            <a:r>
              <a:rPr b="0" dirty="0" sz="1200" i="0" kern="1200" lang="es-ES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de </a:t>
            </a:r>
            <a:r>
              <a:rPr b="0" dirty="0" sz="1200" i="0" kern="1200" lang="es-ES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Loeliger</a:t>
            </a:r>
            <a:r>
              <a:rPr b="0" dirty="0" sz="1200" i="0" kern="1200" lang="es-ES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y </a:t>
            </a:r>
            <a:r>
              <a:rPr b="0" dirty="0" sz="1200" i="0" kern="1200" lang="es-ES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McCullough</a:t>
            </a:r>
            <a:r>
              <a:rPr b="0" dirty="0" sz="1200" i="0" kern="1200" lang="es-ES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En el Grupo 2, lecturas oficiales en línea: la versión en español de Pro </a:t>
            </a:r>
            <a:r>
              <a:rPr b="0" dirty="0" sz="1200" i="0" kern="1200" lang="es-ES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Git</a:t>
            </a:r>
            <a:r>
              <a:rPr b="0" dirty="0" sz="1200" i="0" kern="1200" lang="es-ES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en </a:t>
            </a:r>
            <a:r>
              <a:rPr dirty="0" lang="es-ES" smtClean="0"/>
              <a:t>git-scm.com/</a:t>
            </a:r>
            <a:r>
              <a:rPr dirty="0" lang="es-ES" err="1" smtClean="0"/>
              <a:t>book</a:t>
            </a:r>
            <a:r>
              <a:rPr dirty="0" lang="es-ES" smtClean="0"/>
              <a:t>/es/v2</a:t>
            </a:r>
            <a:r>
              <a:rPr b="0" dirty="0" sz="1200" i="0" kern="1200" lang="es-ES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la guía de inicio de GitHub y los tutoriales de </a:t>
            </a:r>
            <a:r>
              <a:rPr b="0" dirty="0" sz="1200" i="0" kern="1200" lang="es-ES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Atlassian</a:t>
            </a:r>
            <a:r>
              <a:rPr b="0" dirty="0" sz="1200" i="0" kern="1200" lang="es-ES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que son muy didácticos. En el Grupo 3, lecturas recomendadas: el tutorial de </a:t>
            </a:r>
            <a:r>
              <a:rPr b="0" dirty="0" sz="1200" i="0" kern="1200" lang="es-ES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branching</a:t>
            </a:r>
            <a:r>
              <a:rPr b="0" dirty="0" sz="1200" i="0" kern="1200" lang="es-ES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y </a:t>
            </a:r>
            <a:r>
              <a:rPr b="0" dirty="0" sz="1200" i="0" kern="1200" lang="es-ES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merging</a:t>
            </a:r>
            <a:r>
              <a:rPr b="0" dirty="0" sz="1200" i="0" kern="1200" lang="es-ES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de </a:t>
            </a:r>
            <a:r>
              <a:rPr b="0" dirty="0" sz="1200" i="0" kern="1200" lang="es-ES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Atlassian</a:t>
            </a:r>
            <a:r>
              <a:rPr b="0" dirty="0" sz="1200" i="0" kern="1200" lang="es-ES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la especificación de </a:t>
            </a:r>
            <a:r>
              <a:rPr b="0" dirty="0" sz="1200" i="0" kern="1200" lang="es-ES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Conventional</a:t>
            </a:r>
            <a:r>
              <a:rPr b="0" dirty="0" sz="1200" i="0" kern="1200" lang="es-ES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b="0" dirty="0" sz="1200" i="0" kern="1200" lang="es-ES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Commits</a:t>
            </a:r>
            <a:r>
              <a:rPr b="0" dirty="0" sz="1200" i="0" kern="1200" lang="es-ES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1.0 para los prefijos, y </a:t>
            </a:r>
            <a:r>
              <a:rPr dirty="0" lang="es-ES" smtClean="0"/>
              <a:t>ohshitgit.com</a:t>
            </a:r>
            <a:r>
              <a:rPr b="0" dirty="0" sz="1200" i="0" kern="1200" lang="es-ES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una página muy útil para deshacer desastres. También tienen la vista del panel </a:t>
            </a:r>
            <a:r>
              <a:rPr b="0" dirty="0" sz="1200" i="0" kern="1200" lang="es-ES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Source</a:t>
            </a:r>
            <a:r>
              <a:rPr b="0" dirty="0" sz="1200" i="0" kern="1200" lang="es-ES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Control de VS </a:t>
            </a:r>
            <a:r>
              <a:rPr b="0" dirty="0" sz="1200" i="0" kern="1200" lang="es-ES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Code</a:t>
            </a:r>
            <a:r>
              <a:rPr b="0" dirty="0" sz="1200" i="0" kern="1200" lang="es-ES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que integra todo este flujo en el editor.</a:t>
            </a:r>
            <a:endParaRPr dirty="0" lang="en-US"/>
          </a:p>
        </p:txBody>
      </p:sp>
      <p:sp>
        <p:nvSpPr>
          <p:cNvPr id="1049018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4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076" name="Slide Image Placeholder 1"/>
          <p:cNvSpPr>
            <a:spLocks noChangeAspect="1" noRot="1" noGrp="1"/>
          </p:cNvSpPr>
          <p:nvPr>
            <p:ph type="sldImg"/>
          </p:nvPr>
        </p:nvSpPr>
        <p:spPr/>
      </p:sp>
      <p:sp>
        <p:nvSpPr>
          <p:cNvPr id="1049077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b="0" sz="1200" i="0" kern="1200" lang="es-ES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Hemos cubierto cuatro </a:t>
            </a:r>
            <a:r>
              <a:rPr b="0" dirty="0" sz="1200" i="0" kern="1200" lang="es-ES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objetivos: el modelo de </a:t>
            </a:r>
            <a:r>
              <a:rPr b="0" dirty="0" sz="1200" i="0" kern="1200" lang="es-ES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Git</a:t>
            </a:r>
            <a:r>
              <a:rPr b="0" dirty="0" sz="1200" i="0" kern="1200" lang="es-ES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con sus tres áreas, el flujo básico </a:t>
            </a:r>
            <a:r>
              <a:rPr dirty="0" lang="es-ES" err="1" smtClean="0"/>
              <a:t>init</a:t>
            </a:r>
            <a:r>
              <a:rPr b="0" dirty="0" sz="1200" i="0" kern="1200" lang="es-ES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→ </a:t>
            </a:r>
            <a:r>
              <a:rPr dirty="0" lang="es-ES" err="1" smtClean="0"/>
              <a:t>add</a:t>
            </a:r>
            <a:r>
              <a:rPr b="0" dirty="0" sz="1200" i="0" kern="1200" lang="es-ES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→ </a:t>
            </a:r>
            <a:r>
              <a:rPr dirty="0" lang="es-ES" err="1" smtClean="0"/>
              <a:t>commit</a:t>
            </a:r>
            <a:r>
              <a:rPr b="0" dirty="0" sz="1200" i="0" kern="1200" lang="es-ES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b="0" dirty="0" sz="1200" i="0" kern="1200" lang="es-ES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branch</a:t>
            </a:r>
            <a:r>
              <a:rPr b="0" dirty="0" sz="1200" i="0" kern="1200" lang="es-ES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+ </a:t>
            </a:r>
            <a:r>
              <a:rPr b="0" dirty="0" sz="1200" i="0" kern="1200" lang="es-ES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merge</a:t>
            </a:r>
            <a:r>
              <a:rPr b="0" dirty="0" sz="1200" i="0" kern="1200" lang="es-ES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+ log, y </a:t>
            </a:r>
            <a:r>
              <a:rPr b="0" dirty="0" sz="1200" i="0" kern="1200" lang="es-ES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push</a:t>
            </a:r>
            <a:r>
              <a:rPr b="0" dirty="0" sz="1200" i="0" kern="1200" lang="es-ES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remoto + pipeline CI. La próxima clase entraremos de lleno en </a:t>
            </a:r>
            <a:r>
              <a:rPr b="1" dirty="0" sz="1200" i="0" kern="1200" lang="es-ES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GitFlow</a:t>
            </a:r>
            <a:r>
              <a:rPr b="0" dirty="0" sz="1200" i="0" kern="1200" lang="es-ES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el modelo con ramas master, </a:t>
            </a:r>
            <a:r>
              <a:rPr b="0" dirty="0" sz="1200" i="0" kern="1200" lang="es-ES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develop</a:t>
            </a:r>
            <a:r>
              <a:rPr b="0" dirty="0" sz="1200" i="0" kern="1200" lang="es-ES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b="0" dirty="0" sz="1200" i="0" kern="1200" lang="es-ES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feature</a:t>
            </a:r>
            <a:r>
              <a:rPr b="0" dirty="0" sz="1200" i="0" kern="1200" lang="es-ES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b="0" dirty="0" sz="1200" i="0" kern="1200" lang="es-ES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release</a:t>
            </a:r>
            <a:r>
              <a:rPr b="0" dirty="0" sz="1200" i="0" kern="1200" lang="es-ES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y </a:t>
            </a:r>
            <a:r>
              <a:rPr b="0" dirty="0" sz="1200" i="0" kern="1200" lang="es-ES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hotfix</a:t>
            </a:r>
            <a:r>
              <a:rPr b="0" dirty="0" sz="1200" i="0" kern="1200" lang="es-ES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; ramas por entorno y versionado semántico; </a:t>
            </a:r>
            <a:r>
              <a:rPr b="0" dirty="0" sz="1200" i="0" kern="1200" lang="es-ES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pull</a:t>
            </a:r>
            <a:r>
              <a:rPr b="0" dirty="0" sz="1200" i="0" kern="1200" lang="es-ES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b="0" dirty="0" sz="1200" i="0" kern="1200" lang="es-ES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requests</a:t>
            </a:r>
            <a:r>
              <a:rPr b="0" dirty="0" sz="1200" i="0" kern="1200" lang="es-ES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y </a:t>
            </a:r>
            <a:r>
              <a:rPr b="0" dirty="0" sz="1200" i="0" kern="1200" lang="es-ES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code</a:t>
            </a:r>
            <a:r>
              <a:rPr b="0" dirty="0" sz="1200" i="0" kern="1200" lang="es-ES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b="0" dirty="0" sz="1200" i="0" kern="1200" lang="es-ES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review</a:t>
            </a:r>
            <a:r>
              <a:rPr b="0" dirty="0" sz="1200" i="0" kern="1200" lang="es-ES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; y la comparación entre </a:t>
            </a:r>
            <a:r>
              <a:rPr b="0" dirty="0" sz="1200" i="0" kern="1200" lang="es-ES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trunk-based</a:t>
            </a:r>
            <a:r>
              <a:rPr b="0" dirty="0" sz="1200" i="0" kern="1200" lang="es-ES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y </a:t>
            </a:r>
            <a:r>
              <a:rPr b="0" dirty="0" sz="1200" i="0" kern="1200" lang="es-ES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GitFlow</a:t>
            </a:r>
            <a:r>
              <a:rPr b="0" dirty="0" sz="1200" i="0" kern="1200" lang="es-ES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 </a:t>
            </a:r>
            <a:endParaRPr dirty="0" lang="en-US"/>
          </a:p>
        </p:txBody>
      </p:sp>
      <p:sp>
        <p:nvSpPr>
          <p:cNvPr id="1049078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4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088" name="Slide Image Placeholder 1"/>
          <p:cNvSpPr>
            <a:spLocks noChangeAspect="1" noRot="1" noGrp="1"/>
          </p:cNvSpPr>
          <p:nvPr>
            <p:ph type="sldImg"/>
          </p:nvPr>
        </p:nvSpPr>
        <p:spPr/>
      </p:sp>
      <p:sp>
        <p:nvSpPr>
          <p:cNvPr id="1049089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dirty="0" lang="en-US"/>
          </a:p>
        </p:txBody>
      </p:sp>
      <p:sp>
        <p:nvSpPr>
          <p:cNvPr id="1049090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lt2" tx1="dk1" tx2="dk2" hlink="hlink" folHlink="folHlink"/>
  <p:sldLayoutIdLst>
    <p:sldLayoutId id="2147483649" r:id="rId1"/>
  </p:sldLayoutIdLst>
  <p:hf dt="0" ftr="0" hdr="0" sldNum="0"/>
  <p:txStyles>
    <p:titleStyle>
      <a:lvl1pPr algn="ctr" defTabSz="914400" eaLnBrk="1" hangingPunct="1" latinLnBrk="0" rtl="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914400" eaLnBrk="1" hangingPunct="1" indent="-342900" latinLnBrk="0" marL="342900" rtl="0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algn="l" defTabSz="914400" eaLnBrk="1" hangingPunct="1" indent="-285750" latinLnBrk="0" marL="742950" rtl="0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algn="l" defTabSz="914400" eaLnBrk="1" hangingPunct="1" indent="-228600" latinLnBrk="0" marL="1143000" rtl="0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algn="l" defTabSz="914400" eaLnBrk="1" hangingPunct="1" indent="-228600" latinLnBrk="0" marL="1600200" rtl="0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algn="l" defTabSz="914400" eaLnBrk="1" hangingPunct="1" indent="-228600" latinLnBrk="0" marL="2057400" rtl="0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algn="l" defTabSz="914400" eaLnBrk="1" hangingPunct="1" indent="-228600" latinLnBrk="0" marL="2514600" rtl="0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algn="l" defTabSz="914400" eaLnBrk="1" hangingPunct="1" indent="-228600" latinLnBrk="0" marL="2971800" rtl="0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algn="l" defTabSz="914400" eaLnBrk="1" hangingPunct="1" indent="-228600" latinLnBrk="0" marL="3429000" rtl="0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algn="l" defTabSz="914400" eaLnBrk="1" hangingPunct="1" indent="-228600" latinLnBrk="0" marL="3886200" rtl="0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914400" eaLnBrk="1" hangingPunct="1" latinLnBrk="0" marL="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algn="l" defTabSz="914400" eaLnBrk="1" hangingPunct="1" latinLnBrk="0" marL="4572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algn="l" defTabSz="914400" eaLnBrk="1" hangingPunct="1" latinLnBrk="0" marL="9144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algn="l" defTabSz="914400" eaLnBrk="1" hangingPunct="1" latinLnBrk="0" marL="13716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algn="l" defTabSz="914400" eaLnBrk="1" hangingPunct="1" latinLnBrk="0" marL="18288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algn="l" defTabSz="914400" eaLnBrk="1" hangingPunct="1" latinLnBrk="0" marL="22860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algn="l" defTabSz="914400" eaLnBrk="1" hangingPunct="1" latinLnBrk="0" marL="27432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algn="l" defTabSz="914400" eaLnBrk="1" hangingPunct="1" latinLnBrk="0" marL="32004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algn="l" defTabSz="914400" eaLnBrk="1" hangingPunct="1" latinLnBrk="0" marL="36576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image" Target="../media/image4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117"/>
        </a:solidFill>
        <a:effectLst/>
      </p:bgPr>
    </p:bg>
    <p:spTree>
      <p:nvGrpSpPr>
        <p:cNvPr id="1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76" name="Text 0"/>
          <p:cNvSpPr/>
          <p:nvPr/>
        </p:nvSpPr>
        <p:spPr>
          <a:xfrm>
            <a:off x="2192038" y="3143250"/>
            <a:ext cx="5947200" cy="2000250"/>
          </a:xfrm>
          <a:prstGeom prst="rect"/>
          <a:noFill/>
        </p:spPr>
        <p:txBody>
          <a:bodyPr anchor="t" bIns="0" lIns="0" rIns="0" rtlCol="0" tIns="0" wrap="square"/>
          <a:p>
            <a:pPr algn="l" indent="0" marL="0">
              <a:lnSpc>
                <a:spcPts val="21375"/>
              </a:lnSpc>
              <a:buNone/>
            </a:pPr>
            <a:r>
              <a:rPr b="1" dirty="0" sz="21375" kern="0" lang="en-US" spc="-855">
                <a:solidFill>
                  <a:srgbClr val="58A6FF">
                    <a:alpha val="4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git</a:t>
            </a:r>
            <a:endParaRPr dirty="0" sz="21375" lang="en-US"/>
          </a:p>
        </p:txBody>
      </p:sp>
      <p:sp>
        <p:nvSpPr>
          <p:cNvPr id="1048577" name="Text 1"/>
          <p:cNvSpPr/>
          <p:nvPr/>
        </p:nvSpPr>
        <p:spPr>
          <a:xfrm>
            <a:off x="460772" y="403622"/>
            <a:ext cx="2825576" cy="182166"/>
          </a:xfrm>
          <a:prstGeom prst="roundRect">
            <a:avLst>
              <a:gd name="adj" fmla="val 5223519"/>
            </a:avLst>
          </a:prstGeom>
          <a:solidFill>
            <a:srgbClr val="161B22"/>
          </a:solidFill>
          <a:ln w="7144">
            <a:solidFill>
              <a:srgbClr val="30363D"/>
            </a:solidFill>
            <a:prstDash val="solid"/>
          </a:ln>
        </p:spPr>
        <p:txBody>
          <a:bodyPr anchor="ctr" rtlCol="0" wrap="square"/>
          <a:p>
            <a:pPr indent="0" marL="0">
              <a:buNone/>
            </a:pPr>
            <a:endParaRPr dirty="0" lang="en-US"/>
          </a:p>
        </p:txBody>
      </p:sp>
      <p:sp>
        <p:nvSpPr>
          <p:cNvPr id="1048578" name="Text 2"/>
          <p:cNvSpPr/>
          <p:nvPr/>
        </p:nvSpPr>
        <p:spPr>
          <a:xfrm>
            <a:off x="685800" y="442913"/>
            <a:ext cx="2511251" cy="139654"/>
          </a:xfrm>
          <a:prstGeom prst="rect"/>
          <a:noFill/>
        </p:spPr>
        <p:txBody>
          <a:bodyPr anchor="t" bIns="28575" lIns="85725" rIns="85725" rtlCol="0" tIns="28575" wrap="square"/>
          <a:p>
            <a:pPr algn="l" indent="0" marL="0">
              <a:lnSpc>
                <a:spcPts val="928"/>
              </a:lnSpc>
              <a:buNone/>
            </a:pPr>
            <a:r>
              <a:rPr dirty="0" sz="619" kern="0" lang="en-US" spc="25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INGENIERÍA DE SOFTWARE </a:t>
            </a:r>
            <a:r>
              <a:rPr dirty="0" sz="619" kern="0" lang="en-US" spc="25" smtClean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·</a:t>
            </a:r>
            <a:endParaRPr dirty="0" sz="619" lang="en-US"/>
          </a:p>
        </p:txBody>
      </p:sp>
      <p:sp>
        <p:nvSpPr>
          <p:cNvPr id="1048579" name="Text 3"/>
          <p:cNvSpPr/>
          <p:nvPr/>
        </p:nvSpPr>
        <p:spPr>
          <a:xfrm>
            <a:off x="550069" y="448270"/>
            <a:ext cx="92869" cy="92869"/>
          </a:xfrm>
          <a:prstGeom prst="rect"/>
          <a:noFill/>
        </p:spPr>
        <p:txBody>
          <a:bodyPr anchor="ctr" bIns="0" lIns="0" rIns="0" rtlCol="0" tIns="0" wrap="none"/>
          <a:p>
            <a:pPr algn="ctr" indent="0" marL="0">
              <a:buNone/>
            </a:pPr>
            <a:r>
              <a:rPr dirty="0" sz="914" lang="en-US">
                <a:solidFill>
                  <a:srgbClr val="58A6F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▿</a:t>
            </a:r>
            <a:endParaRPr dirty="0" sz="914" lang="en-US"/>
          </a:p>
        </p:txBody>
      </p:sp>
      <p:sp>
        <p:nvSpPr>
          <p:cNvPr id="1048580" name="Text 4"/>
          <p:cNvSpPr/>
          <p:nvPr/>
        </p:nvSpPr>
        <p:spPr>
          <a:xfrm>
            <a:off x="457200" y="1583345"/>
            <a:ext cx="457200" cy="28575"/>
          </a:xfrm>
          <a:prstGeom prst="roundRect">
            <a:avLst>
              <a:gd name="adj" fmla="val 66667"/>
            </a:avLst>
          </a:prstGeom>
          <a:solidFill>
            <a:srgbClr val="58A6FF"/>
          </a:solidFill>
        </p:spPr>
        <p:txBody>
          <a:bodyPr anchor="ctr" rtlCol="0" wrap="square"/>
          <a:p>
            <a:pPr indent="0" marL="0">
              <a:buNone/>
            </a:pPr>
            <a:endParaRPr dirty="0" lang="en-US"/>
          </a:p>
        </p:txBody>
      </p:sp>
      <p:sp>
        <p:nvSpPr>
          <p:cNvPr id="1048581" name="Text 5"/>
          <p:cNvSpPr/>
          <p:nvPr/>
        </p:nvSpPr>
        <p:spPr>
          <a:xfrm>
            <a:off x="457200" y="1811945"/>
            <a:ext cx="4800600" cy="490825"/>
          </a:xfrm>
          <a:prstGeom prst="rect"/>
          <a:noFill/>
        </p:spPr>
        <p:txBody>
          <a:bodyPr anchor="t" bIns="0" lIns="0" rIns="0" rtlCol="0" tIns="0" wrap="none">
            <a:normAutofit/>
          </a:bodyPr>
          <a:p>
            <a:pPr algn="l" indent="0" marL="0">
              <a:lnSpc>
                <a:spcPts val="3744"/>
              </a:lnSpc>
              <a:buNone/>
            </a:pPr>
            <a:r>
              <a:rPr b="1" dirty="0" sz="3600" kern="0" lang="en-US" spc="-90">
                <a:solidFill>
                  <a:srgbClr val="C9D1D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Fundamentos de Git</a:t>
            </a:r>
            <a:endParaRPr dirty="0" sz="3600" lang="en-US"/>
          </a:p>
        </p:txBody>
      </p:sp>
      <p:sp>
        <p:nvSpPr>
          <p:cNvPr id="1048582" name="Text 6"/>
          <p:cNvSpPr/>
          <p:nvPr/>
        </p:nvSpPr>
        <p:spPr>
          <a:xfrm>
            <a:off x="457200" y="2330202"/>
            <a:ext cx="4800600" cy="513426"/>
          </a:xfrm>
          <a:prstGeom prst="rect"/>
          <a:noFill/>
        </p:spPr>
        <p:txBody>
          <a:bodyPr anchor="t" bIns="0" lIns="0" rIns="0" rtlCol="0" tIns="0" wrap="none"/>
          <a:p>
            <a:pPr algn="l" indent="0" marL="0">
              <a:lnSpc>
                <a:spcPts val="3744"/>
              </a:lnSpc>
              <a:buNone/>
            </a:pPr>
            <a:r>
              <a:rPr dirty="0" sz="3600" kern="0" lang="en-US" spc="-90">
                <a:solidFill>
                  <a:srgbClr val="58A6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Antes de GitFlow</a:t>
            </a:r>
            <a:endParaRPr dirty="0" sz="3600" lang="en-US"/>
          </a:p>
        </p:txBody>
      </p:sp>
      <p:pic>
        <p:nvPicPr>
          <p:cNvPr id="2097152" name="Image 0" descr="/tmp/h2p-fit-1790516683209-ngh1ih.png"/>
          <p:cNvPicPr>
            <a:picLocks noChangeAspect="1"/>
          </p:cNvPicPr>
          <p:nvPr/>
        </p:nvPicPr>
        <p:blipFill>
          <a:blip xmlns:r="http://schemas.openxmlformats.org/officeDocument/2006/relationships" r:embed="rId1"/>
          <a:stretch>
            <a:fillRect/>
          </a:stretch>
        </p:blipFill>
        <p:spPr>
          <a:xfrm>
            <a:off x="5486400" y="0"/>
            <a:ext cx="3657600" cy="5143500"/>
          </a:xfrm>
          <a:prstGeom prst="rect"/>
        </p:spPr>
      </p:pic>
      <p:sp>
        <p:nvSpPr>
          <p:cNvPr id="1048583" name="Text 12"/>
          <p:cNvSpPr/>
          <p:nvPr/>
        </p:nvSpPr>
        <p:spPr>
          <a:xfrm>
            <a:off x="5486400" y="0"/>
            <a:ext cx="3657600" cy="5143500"/>
          </a:xfrm>
          <a:prstGeom prst="rect"/>
          <a:solidFill>
            <a:srgbClr val="0D1117"/>
          </a:solidFill>
        </p:spPr>
        <p:txBody>
          <a:bodyPr anchor="ctr" rtlCol="0" wrap="square"/>
          <a:p>
            <a:pPr indent="0" marL="0">
              <a:buNone/>
            </a:pPr>
            <a:endParaRPr dirty="0" lang="en-US"/>
          </a:p>
        </p:txBody>
      </p:sp>
      <p:pic>
        <p:nvPicPr>
          <p:cNvPr id="2097153" name="Image 1" descr="preencoded.png"/>
          <p:cNvPicPr>
            <a:picLocks noChangeAspect="1"/>
          </p:cNvPicPr>
          <p:nvPr/>
        </p:nvPicPr>
        <p:blipFill>
          <a:blip xmlns:r="http://schemas.openxmlformats.org/officeDocument/2006/relationships" r:embed="rId2"/>
          <a:stretch>
            <a:fillRect/>
          </a:stretch>
        </p:blipFill>
        <p:spPr>
          <a:xfrm>
            <a:off x="5486400" y="0"/>
            <a:ext cx="3657600" cy="5143500"/>
          </a:xfrm>
          <a:prstGeom prst="rect"/>
        </p:spPr>
      </p:pic>
      <p:sp>
        <p:nvSpPr>
          <p:cNvPr id="1048584" name="Text 15"/>
          <p:cNvSpPr/>
          <p:nvPr/>
        </p:nvSpPr>
        <p:spPr>
          <a:xfrm>
            <a:off x="6557851" y="4830961"/>
            <a:ext cx="92869" cy="92869"/>
          </a:xfrm>
          <a:prstGeom prst="rect"/>
          <a:noFill/>
        </p:spPr>
        <p:txBody>
          <a:bodyPr anchor="ctr" bIns="0" lIns="0" rIns="0" rtlCol="0" tIns="0" wrap="none"/>
          <a:p>
            <a:pPr algn="ctr" indent="0" marL="0">
              <a:buNone/>
            </a:pPr>
            <a:endParaRPr dirty="0" sz="914" lang="en-US"/>
          </a:p>
        </p:txBody>
      </p:sp>
    </p:spTree>
  </p:cSld>
  <p:clrMapOvr>
    <a:masterClrMapping/>
  </p:clrMapOvr>
  <p:timing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117"/>
        </a:solidFill>
        <a:effectLst/>
      </p:bgPr>
    </p:bg>
    <p:spTree>
      <p:nvGrpSpPr>
        <p:cNvPr id="1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8" name="Text 0"/>
          <p:cNvSpPr/>
          <p:nvPr/>
        </p:nvSpPr>
        <p:spPr>
          <a:xfrm>
            <a:off x="491490" y="388691"/>
            <a:ext cx="932438" cy="212027"/>
          </a:xfrm>
          <a:prstGeom prst="roundRect">
            <a:avLst>
              <a:gd name="adj" fmla="val 4487860"/>
            </a:avLst>
          </a:prstGeom>
          <a:solidFill>
            <a:srgbClr val="58A6FF">
              <a:alpha val="8000"/>
            </a:srgbClr>
          </a:solidFill>
          <a:ln w="7144">
            <a:solidFill>
              <a:srgbClr val="58A6FF"/>
            </a:solidFill>
            <a:prstDash val="solid"/>
          </a:ln>
        </p:spPr>
        <p:txBody>
          <a:bodyPr anchor="ctr" rtlCol="0" wrap="square"/>
          <a:p>
            <a:pPr indent="0" marL="0">
              <a:buNone/>
            </a:pPr>
            <a:endParaRPr dirty="0" lang="en-US"/>
          </a:p>
        </p:txBody>
      </p:sp>
      <p:sp>
        <p:nvSpPr>
          <p:cNvPr id="1048589" name="Text 1"/>
          <p:cNvSpPr/>
          <p:nvPr/>
        </p:nvSpPr>
        <p:spPr>
          <a:xfrm>
            <a:off x="514350" y="400050"/>
            <a:ext cx="886718" cy="189309"/>
          </a:xfrm>
          <a:prstGeom prst="rect"/>
          <a:noFill/>
        </p:spPr>
        <p:txBody>
          <a:bodyPr anchor="ctr" bIns="0" lIns="0" rIns="0" rtlCol="0" tIns="0" wrap="none"/>
          <a:p>
            <a:pPr algn="ctr" indent="0" marL="0">
              <a:lnSpc>
                <a:spcPts val="928"/>
              </a:lnSpc>
              <a:buNone/>
            </a:pPr>
            <a:r>
              <a:rPr dirty="0" sz="800" kern="0" lang="en-US" spc="25" smtClean="0">
                <a:solidFill>
                  <a:srgbClr val="58A6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OBJETIVOS</a:t>
            </a:r>
            <a:endParaRPr dirty="0" sz="800" lang="en-US"/>
          </a:p>
        </p:txBody>
      </p:sp>
      <p:sp>
        <p:nvSpPr>
          <p:cNvPr id="1048590" name="Text 2"/>
          <p:cNvSpPr/>
          <p:nvPr/>
        </p:nvSpPr>
        <p:spPr>
          <a:xfrm>
            <a:off x="514350" y="689372"/>
            <a:ext cx="4200536" cy="339471"/>
          </a:xfrm>
          <a:prstGeom prst="rect"/>
          <a:noFill/>
        </p:spPr>
        <p:txBody>
          <a:bodyPr anchor="t" bIns="0" lIns="0" rIns="0" rtlCol="0" tIns="0" wrap="square"/>
          <a:p>
            <a:pPr algn="l" indent="0" marL="0">
              <a:lnSpc>
                <a:spcPts val="2475"/>
              </a:lnSpc>
              <a:buNone/>
            </a:pPr>
            <a:r>
              <a:rPr b="1" dirty="0" sz="2250" kern="0" lang="en-US" spc="-34">
                <a:solidFill>
                  <a:srgbClr val="C9D1D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Qué lograrás al final de la clase</a:t>
            </a:r>
            <a:endParaRPr dirty="0" sz="2250" lang="en-US"/>
          </a:p>
        </p:txBody>
      </p:sp>
      <p:sp>
        <p:nvSpPr>
          <p:cNvPr id="1048591" name="Text 3"/>
          <p:cNvSpPr/>
          <p:nvPr/>
        </p:nvSpPr>
        <p:spPr>
          <a:xfrm>
            <a:off x="514350" y="1060847"/>
            <a:ext cx="3818669" cy="185166"/>
          </a:xfrm>
          <a:prstGeom prst="rect"/>
          <a:noFill/>
        </p:spPr>
        <p:txBody>
          <a:bodyPr anchor="t" bIns="0" lIns="0" rIns="0" rtlCol="0" tIns="0" wrap="square"/>
          <a:p>
            <a:pPr algn="l" indent="0" marL="0">
              <a:lnSpc>
                <a:spcPts val="1350"/>
              </a:lnSpc>
              <a:buNone/>
            </a:pPr>
            <a:r>
              <a:rPr dirty="0" sz="900" lang="en-US">
                <a:solidFill>
                  <a:srgbClr val="8B949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Cada objetivo se valida con una demo en vivo del profesor.</a:t>
            </a:r>
            <a:endParaRPr dirty="0" sz="900" lang="en-US"/>
          </a:p>
        </p:txBody>
      </p:sp>
      <p:sp>
        <p:nvSpPr>
          <p:cNvPr id="1048592" name="Text 5"/>
          <p:cNvSpPr/>
          <p:nvPr/>
        </p:nvSpPr>
        <p:spPr>
          <a:xfrm>
            <a:off x="7743825" y="603647"/>
            <a:ext cx="200025" cy="28575"/>
          </a:xfrm>
          <a:prstGeom prst="roundRect">
            <a:avLst>
              <a:gd name="adj" fmla="val 66667"/>
            </a:avLst>
          </a:prstGeom>
          <a:solidFill>
            <a:srgbClr val="58A6FF"/>
          </a:solidFill>
        </p:spPr>
        <p:txBody>
          <a:bodyPr anchor="ctr" rtlCol="0" wrap="square"/>
          <a:p>
            <a:pPr indent="0" marL="0">
              <a:buNone/>
            </a:pPr>
            <a:endParaRPr dirty="0" lang="en-US"/>
          </a:p>
        </p:txBody>
      </p:sp>
      <p:sp>
        <p:nvSpPr>
          <p:cNvPr id="1048593" name="Text 6"/>
          <p:cNvSpPr/>
          <p:nvPr/>
        </p:nvSpPr>
        <p:spPr>
          <a:xfrm>
            <a:off x="7972425" y="603647"/>
            <a:ext cx="200025" cy="28575"/>
          </a:xfrm>
          <a:prstGeom prst="roundRect">
            <a:avLst>
              <a:gd name="adj" fmla="val 66667"/>
            </a:avLst>
          </a:prstGeom>
          <a:solidFill>
            <a:srgbClr val="F78166"/>
          </a:solidFill>
        </p:spPr>
        <p:txBody>
          <a:bodyPr anchor="ctr" rtlCol="0" wrap="square"/>
          <a:p>
            <a:pPr indent="0" marL="0">
              <a:buNone/>
            </a:pPr>
            <a:endParaRPr dirty="0" lang="en-US"/>
          </a:p>
        </p:txBody>
      </p:sp>
      <p:sp>
        <p:nvSpPr>
          <p:cNvPr id="1048594" name="Text 7"/>
          <p:cNvSpPr/>
          <p:nvPr/>
        </p:nvSpPr>
        <p:spPr>
          <a:xfrm>
            <a:off x="8201025" y="603647"/>
            <a:ext cx="200025" cy="28575"/>
          </a:xfrm>
          <a:prstGeom prst="roundRect">
            <a:avLst>
              <a:gd name="adj" fmla="val 66667"/>
            </a:avLst>
          </a:prstGeom>
          <a:solidFill>
            <a:srgbClr val="D29922"/>
          </a:solidFill>
        </p:spPr>
        <p:txBody>
          <a:bodyPr anchor="ctr" rtlCol="0" wrap="square"/>
          <a:p>
            <a:pPr indent="0" marL="0">
              <a:buNone/>
            </a:pPr>
            <a:endParaRPr dirty="0" lang="en-US"/>
          </a:p>
        </p:txBody>
      </p:sp>
      <p:sp>
        <p:nvSpPr>
          <p:cNvPr id="1048595" name="Text 8"/>
          <p:cNvSpPr/>
          <p:nvPr/>
        </p:nvSpPr>
        <p:spPr>
          <a:xfrm>
            <a:off x="8429625" y="603647"/>
            <a:ext cx="200025" cy="28575"/>
          </a:xfrm>
          <a:prstGeom prst="roundRect">
            <a:avLst>
              <a:gd name="adj" fmla="val 66667"/>
            </a:avLst>
          </a:prstGeom>
          <a:solidFill>
            <a:srgbClr val="2DA44E"/>
          </a:solidFill>
        </p:spPr>
        <p:txBody>
          <a:bodyPr anchor="ctr" rtlCol="0" wrap="square"/>
          <a:p>
            <a:pPr indent="0" marL="0">
              <a:buNone/>
            </a:pPr>
            <a:endParaRPr dirty="0" lang="en-US"/>
          </a:p>
        </p:txBody>
      </p:sp>
      <p:sp>
        <p:nvSpPr>
          <p:cNvPr id="1048596" name="Text 9"/>
          <p:cNvSpPr/>
          <p:nvPr/>
        </p:nvSpPr>
        <p:spPr>
          <a:xfrm>
            <a:off x="517922" y="1435894"/>
            <a:ext cx="3979069" cy="1382092"/>
          </a:xfrm>
          <a:prstGeom prst="roundRect">
            <a:avLst>
              <a:gd name="adj" fmla="val 8270"/>
            </a:avLst>
          </a:prstGeom>
          <a:solidFill>
            <a:srgbClr val="161B22"/>
          </a:solidFill>
          <a:ln w="7144">
            <a:solidFill>
              <a:srgbClr val="30363D"/>
            </a:solidFill>
            <a:prstDash val="solid"/>
          </a:ln>
        </p:spPr>
        <p:txBody>
          <a:bodyPr anchor="ctr" rtlCol="0" wrap="square"/>
          <a:p>
            <a:pPr indent="0" marL="0">
              <a:buNone/>
            </a:pPr>
            <a:endParaRPr dirty="0" lang="en-US"/>
          </a:p>
        </p:txBody>
      </p:sp>
      <p:sp>
        <p:nvSpPr>
          <p:cNvPr id="1048597" name="Text 10"/>
          <p:cNvSpPr/>
          <p:nvPr/>
        </p:nvSpPr>
        <p:spPr>
          <a:xfrm>
            <a:off x="725091" y="1628775"/>
            <a:ext cx="307181" cy="307181"/>
          </a:xfrm>
          <a:prstGeom prst="roundRect">
            <a:avLst>
              <a:gd name="adj" fmla="val 31008"/>
            </a:avLst>
          </a:prstGeom>
          <a:solidFill>
            <a:srgbClr val="58A6FF">
              <a:alpha val="8000"/>
            </a:srgbClr>
          </a:solidFill>
          <a:ln w="7144">
            <a:solidFill>
              <a:srgbClr val="58A6FF"/>
            </a:solidFill>
            <a:prstDash val="solid"/>
          </a:ln>
        </p:spPr>
        <p:txBody>
          <a:bodyPr anchor="ctr" rtlCol="0" wrap="square"/>
          <a:p>
            <a:pPr indent="0" marL="0">
              <a:buNone/>
            </a:pPr>
            <a:endParaRPr dirty="0" lang="en-US"/>
          </a:p>
        </p:txBody>
      </p:sp>
      <p:sp>
        <p:nvSpPr>
          <p:cNvPr id="1048598" name="Text 11"/>
          <p:cNvSpPr/>
          <p:nvPr/>
        </p:nvSpPr>
        <p:spPr>
          <a:xfrm>
            <a:off x="754380" y="1658064"/>
            <a:ext cx="248602" cy="248602"/>
          </a:xfrm>
          <a:prstGeom prst="rect"/>
          <a:noFill/>
        </p:spPr>
        <p:txBody>
          <a:bodyPr anchor="ctr" bIns="0" lIns="0" rIns="0" rtlCol="0" tIns="0" wrap="none"/>
          <a:p>
            <a:pPr algn="ctr" indent="0" marL="0">
              <a:buNone/>
            </a:pPr>
            <a:r>
              <a:rPr dirty="0" sz="1688" lang="en-US">
                <a:solidFill>
                  <a:srgbClr val="58A6F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endParaRPr dirty="0" sz="1688" lang="en-US"/>
          </a:p>
        </p:txBody>
      </p:sp>
      <p:sp>
        <p:nvSpPr>
          <p:cNvPr id="1048599" name="Text 12"/>
          <p:cNvSpPr/>
          <p:nvPr/>
        </p:nvSpPr>
        <p:spPr>
          <a:xfrm>
            <a:off x="1121569" y="1723430"/>
            <a:ext cx="3171825" cy="164592"/>
          </a:xfrm>
          <a:prstGeom prst="rect"/>
          <a:noFill/>
        </p:spPr>
        <p:txBody>
          <a:bodyPr anchor="t" bIns="0" lIns="0" rIns="0" rtlCol="0" tIns="0" wrap="square"/>
          <a:p>
            <a:pPr algn="l" indent="0" marL="0">
              <a:lnSpc>
                <a:spcPts val="928"/>
              </a:lnSpc>
              <a:buNone/>
            </a:pPr>
            <a:r>
              <a:rPr dirty="0" sz="800" kern="0" lang="en-US" spc="74">
                <a:solidFill>
                  <a:srgbClr val="8B949E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OBJETIVO 01</a:t>
            </a:r>
            <a:endParaRPr dirty="0" sz="800" lang="en-US"/>
          </a:p>
        </p:txBody>
      </p:sp>
      <p:sp>
        <p:nvSpPr>
          <p:cNvPr id="1048600" name="Text 13"/>
          <p:cNvSpPr/>
          <p:nvPr/>
        </p:nvSpPr>
        <p:spPr>
          <a:xfrm>
            <a:off x="721519" y="2053828"/>
            <a:ext cx="3681603" cy="211884"/>
          </a:xfrm>
          <a:prstGeom prst="rect"/>
          <a:noFill/>
        </p:spPr>
        <p:txBody>
          <a:bodyPr anchor="t" bIns="0" lIns="0" rIns="0" rtlCol="0" tIns="0" wrap="square"/>
          <a:p>
            <a:pPr algn="l" indent="0" marL="0">
              <a:lnSpc>
                <a:spcPts val="1547"/>
              </a:lnSpc>
              <a:buNone/>
            </a:pPr>
            <a:r>
              <a:rPr dirty="0" sz="1238" lang="en-US">
                <a:solidFill>
                  <a:srgbClr val="C9D1D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Comprender el modelo de Git</a:t>
            </a:r>
            <a:endParaRPr dirty="0" sz="1238" lang="en-US"/>
          </a:p>
        </p:txBody>
      </p:sp>
      <p:sp>
        <p:nvSpPr>
          <p:cNvPr id="1048601" name="Text 14"/>
          <p:cNvSpPr/>
          <p:nvPr/>
        </p:nvSpPr>
        <p:spPr>
          <a:xfrm>
            <a:off x="721519" y="2293144"/>
            <a:ext cx="3571875" cy="173352"/>
          </a:xfrm>
          <a:prstGeom prst="rect"/>
          <a:noFill/>
        </p:spPr>
        <p:txBody>
          <a:bodyPr anchor="t" bIns="0" lIns="0" rIns="0" rtlCol="0" tIns="0" wrap="square"/>
          <a:p>
            <a:pPr algn="l" indent="0" marL="0">
              <a:lnSpc>
                <a:spcPts val="1264"/>
              </a:lnSpc>
              <a:buNone/>
            </a:pPr>
            <a:r>
              <a:rPr dirty="0" sz="816" lang="en-US">
                <a:solidFill>
                  <a:srgbClr val="8B949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Diferenciar working dir, staging area y repositorio local.</a:t>
            </a:r>
            <a:endParaRPr dirty="0" sz="816" lang="en-US"/>
          </a:p>
        </p:txBody>
      </p:sp>
      <p:sp>
        <p:nvSpPr>
          <p:cNvPr id="1048602" name="Text 15"/>
          <p:cNvSpPr/>
          <p:nvPr/>
        </p:nvSpPr>
        <p:spPr>
          <a:xfrm>
            <a:off x="4647009" y="1435894"/>
            <a:ext cx="3979069" cy="1382092"/>
          </a:xfrm>
          <a:prstGeom prst="roundRect">
            <a:avLst>
              <a:gd name="adj" fmla="val 8270"/>
            </a:avLst>
          </a:prstGeom>
          <a:solidFill>
            <a:srgbClr val="161B22"/>
          </a:solidFill>
          <a:ln w="7144">
            <a:solidFill>
              <a:srgbClr val="30363D"/>
            </a:solidFill>
            <a:prstDash val="solid"/>
          </a:ln>
        </p:spPr>
        <p:txBody>
          <a:bodyPr anchor="ctr" rtlCol="0" wrap="square"/>
          <a:p>
            <a:pPr indent="0" marL="0">
              <a:buNone/>
            </a:pPr>
            <a:endParaRPr dirty="0" lang="en-US"/>
          </a:p>
        </p:txBody>
      </p:sp>
      <p:sp>
        <p:nvSpPr>
          <p:cNvPr id="1048603" name="Text 16"/>
          <p:cNvSpPr/>
          <p:nvPr/>
        </p:nvSpPr>
        <p:spPr>
          <a:xfrm>
            <a:off x="4854178" y="1628775"/>
            <a:ext cx="307181" cy="307181"/>
          </a:xfrm>
          <a:prstGeom prst="roundRect">
            <a:avLst>
              <a:gd name="adj" fmla="val 31008"/>
            </a:avLst>
          </a:prstGeom>
          <a:solidFill>
            <a:srgbClr val="58A6FF">
              <a:alpha val="8000"/>
            </a:srgbClr>
          </a:solidFill>
          <a:ln w="7144">
            <a:solidFill>
              <a:srgbClr val="58A6FF"/>
            </a:solidFill>
            <a:prstDash val="solid"/>
          </a:ln>
        </p:spPr>
        <p:txBody>
          <a:bodyPr anchor="ctr" rtlCol="0" wrap="square"/>
          <a:p>
            <a:pPr indent="0" marL="0">
              <a:buNone/>
            </a:pPr>
            <a:endParaRPr dirty="0" lang="en-US"/>
          </a:p>
        </p:txBody>
      </p:sp>
      <p:sp>
        <p:nvSpPr>
          <p:cNvPr id="1048604" name="Text 17"/>
          <p:cNvSpPr/>
          <p:nvPr/>
        </p:nvSpPr>
        <p:spPr>
          <a:xfrm>
            <a:off x="4883468" y="1658064"/>
            <a:ext cx="248602" cy="248602"/>
          </a:xfrm>
          <a:prstGeom prst="rect"/>
          <a:noFill/>
        </p:spPr>
        <p:txBody>
          <a:bodyPr anchor="ctr" bIns="0" lIns="0" rIns="0" rtlCol="0" tIns="0" wrap="none"/>
          <a:p>
            <a:pPr algn="ctr" indent="0" marL="0">
              <a:buNone/>
            </a:pPr>
            <a:r>
              <a:rPr dirty="0" sz="1688" lang="en-US">
                <a:solidFill>
                  <a:srgbClr val="58A6F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dirty="0" sz="1688" lang="en-US"/>
          </a:p>
        </p:txBody>
      </p:sp>
      <p:sp>
        <p:nvSpPr>
          <p:cNvPr id="1048605" name="Text 18"/>
          <p:cNvSpPr/>
          <p:nvPr/>
        </p:nvSpPr>
        <p:spPr>
          <a:xfrm>
            <a:off x="5250656" y="1723430"/>
            <a:ext cx="3171825" cy="164592"/>
          </a:xfrm>
          <a:prstGeom prst="rect"/>
          <a:noFill/>
        </p:spPr>
        <p:txBody>
          <a:bodyPr anchor="t" bIns="0" lIns="0" rIns="0" rtlCol="0" tIns="0" wrap="square"/>
          <a:p>
            <a:pPr algn="l" indent="0" marL="0">
              <a:lnSpc>
                <a:spcPts val="928"/>
              </a:lnSpc>
              <a:buNone/>
            </a:pPr>
            <a:r>
              <a:rPr dirty="0" sz="800" kern="0" lang="en-US" spc="74">
                <a:solidFill>
                  <a:srgbClr val="8B949E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OBJETIVO 02</a:t>
            </a:r>
            <a:endParaRPr dirty="0" sz="800" lang="en-US"/>
          </a:p>
        </p:txBody>
      </p:sp>
      <p:sp>
        <p:nvSpPr>
          <p:cNvPr id="1048606" name="Text 19"/>
          <p:cNvSpPr/>
          <p:nvPr/>
        </p:nvSpPr>
        <p:spPr>
          <a:xfrm>
            <a:off x="4850606" y="2053828"/>
            <a:ext cx="3571875" cy="211884"/>
          </a:xfrm>
          <a:prstGeom prst="rect"/>
          <a:noFill/>
        </p:spPr>
        <p:txBody>
          <a:bodyPr anchor="t" bIns="0" lIns="0" rIns="0" rtlCol="0" tIns="0" wrap="none"/>
          <a:p>
            <a:pPr algn="l" indent="0" marL="0">
              <a:lnSpc>
                <a:spcPts val="1547"/>
              </a:lnSpc>
              <a:buNone/>
            </a:pPr>
            <a:r>
              <a:rPr dirty="0" sz="1238" lang="en-US">
                <a:solidFill>
                  <a:srgbClr val="C9D1D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Ejecutar el flujo básico</a:t>
            </a:r>
            <a:endParaRPr dirty="0" sz="1238" lang="en-US"/>
          </a:p>
        </p:txBody>
      </p:sp>
      <p:sp>
        <p:nvSpPr>
          <p:cNvPr id="1048607" name="Text 20"/>
          <p:cNvSpPr/>
          <p:nvPr/>
        </p:nvSpPr>
        <p:spPr>
          <a:xfrm>
            <a:off x="4850606" y="2293144"/>
            <a:ext cx="3571875" cy="176848"/>
          </a:xfrm>
          <a:prstGeom prst="rect"/>
          <a:noFill/>
        </p:spPr>
        <p:txBody>
          <a:bodyPr anchor="t" bIns="0" lIns="0" rIns="0" rtlCol="0" tIns="0" wrap="square"/>
          <a:p>
            <a:pPr algn="l" indent="0" marL="0">
              <a:lnSpc>
                <a:spcPts val="1264"/>
              </a:lnSpc>
              <a:buNone/>
            </a:pPr>
            <a:r>
              <a:rPr dirty="0" sz="800" lang="en-US">
                <a:solidFill>
                  <a:srgbClr val="58A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init · add · commit · status · log</a:t>
            </a:r>
            <a:r>
              <a:rPr dirty="0" sz="816" lang="en-US">
                <a:solidFill>
                  <a:srgbClr val="8B949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sin copiar-pegar a ciegas.</a:t>
            </a:r>
            <a:endParaRPr dirty="0" sz="816" lang="en-US"/>
          </a:p>
        </p:txBody>
      </p:sp>
      <p:sp>
        <p:nvSpPr>
          <p:cNvPr id="1048608" name="Text 21"/>
          <p:cNvSpPr/>
          <p:nvPr/>
        </p:nvSpPr>
        <p:spPr>
          <a:xfrm>
            <a:off x="517922" y="2968005"/>
            <a:ext cx="3979069" cy="1378967"/>
          </a:xfrm>
          <a:prstGeom prst="roundRect">
            <a:avLst>
              <a:gd name="adj" fmla="val 8289"/>
            </a:avLst>
          </a:prstGeom>
          <a:solidFill>
            <a:srgbClr val="161B22"/>
          </a:solidFill>
          <a:ln w="7144">
            <a:solidFill>
              <a:srgbClr val="30363D"/>
            </a:solidFill>
            <a:prstDash val="solid"/>
          </a:ln>
        </p:spPr>
        <p:txBody>
          <a:bodyPr anchor="ctr" rtlCol="0" wrap="square"/>
          <a:p>
            <a:pPr indent="0" marL="0">
              <a:buNone/>
            </a:pPr>
            <a:endParaRPr dirty="0" lang="en-US"/>
          </a:p>
        </p:txBody>
      </p:sp>
      <p:sp>
        <p:nvSpPr>
          <p:cNvPr id="1048609" name="Text 22"/>
          <p:cNvSpPr/>
          <p:nvPr/>
        </p:nvSpPr>
        <p:spPr>
          <a:xfrm>
            <a:off x="725091" y="3160886"/>
            <a:ext cx="307181" cy="307181"/>
          </a:xfrm>
          <a:prstGeom prst="roundRect">
            <a:avLst>
              <a:gd name="adj" fmla="val 31008"/>
            </a:avLst>
          </a:prstGeom>
          <a:solidFill>
            <a:srgbClr val="58A6FF">
              <a:alpha val="8000"/>
            </a:srgbClr>
          </a:solidFill>
          <a:ln w="7144">
            <a:solidFill>
              <a:srgbClr val="58A6FF"/>
            </a:solidFill>
            <a:prstDash val="solid"/>
          </a:ln>
        </p:spPr>
        <p:txBody>
          <a:bodyPr anchor="ctr" rtlCol="0" wrap="square"/>
          <a:p>
            <a:pPr indent="0" marL="0">
              <a:buNone/>
            </a:pPr>
            <a:endParaRPr dirty="0" lang="en-US"/>
          </a:p>
        </p:txBody>
      </p:sp>
      <p:sp>
        <p:nvSpPr>
          <p:cNvPr id="1048610" name="Text 23"/>
          <p:cNvSpPr/>
          <p:nvPr/>
        </p:nvSpPr>
        <p:spPr>
          <a:xfrm>
            <a:off x="754380" y="3190176"/>
            <a:ext cx="248602" cy="248602"/>
          </a:xfrm>
          <a:prstGeom prst="rect"/>
          <a:noFill/>
        </p:spPr>
        <p:txBody>
          <a:bodyPr anchor="ctr" bIns="0" lIns="0" rIns="0" rtlCol="0" tIns="0" wrap="none"/>
          <a:p>
            <a:pPr algn="ctr" indent="0" marL="0">
              <a:buNone/>
            </a:pPr>
            <a:r>
              <a:rPr dirty="0" sz="1688" lang="en-US">
                <a:solidFill>
                  <a:srgbClr val="58A6F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☎</a:t>
            </a:r>
            <a:endParaRPr dirty="0" sz="1688" lang="en-US"/>
          </a:p>
        </p:txBody>
      </p:sp>
      <p:sp>
        <p:nvSpPr>
          <p:cNvPr id="1048611" name="Text 24"/>
          <p:cNvSpPr/>
          <p:nvPr/>
        </p:nvSpPr>
        <p:spPr>
          <a:xfrm>
            <a:off x="1121569" y="3255541"/>
            <a:ext cx="3171825" cy="164592"/>
          </a:xfrm>
          <a:prstGeom prst="rect"/>
          <a:noFill/>
        </p:spPr>
        <p:txBody>
          <a:bodyPr anchor="t" bIns="0" lIns="0" rIns="0" rtlCol="0" tIns="0" wrap="square"/>
          <a:p>
            <a:pPr algn="l" indent="0" marL="0">
              <a:lnSpc>
                <a:spcPts val="928"/>
              </a:lnSpc>
              <a:buNone/>
            </a:pPr>
            <a:r>
              <a:rPr dirty="0" sz="800" kern="0" lang="en-US" spc="74">
                <a:solidFill>
                  <a:srgbClr val="8B949E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OBJETIVO 03</a:t>
            </a:r>
            <a:endParaRPr dirty="0" sz="800" lang="en-US"/>
          </a:p>
        </p:txBody>
      </p:sp>
      <p:sp>
        <p:nvSpPr>
          <p:cNvPr id="1048612" name="Text 25"/>
          <p:cNvSpPr/>
          <p:nvPr/>
        </p:nvSpPr>
        <p:spPr>
          <a:xfrm>
            <a:off x="721519" y="3585939"/>
            <a:ext cx="3571875" cy="211884"/>
          </a:xfrm>
          <a:prstGeom prst="rect"/>
          <a:noFill/>
        </p:spPr>
        <p:txBody>
          <a:bodyPr anchor="t" bIns="0" lIns="0" rIns="0" rtlCol="0" tIns="0" wrap="none"/>
          <a:p>
            <a:pPr algn="l" indent="0" marL="0">
              <a:lnSpc>
                <a:spcPts val="1547"/>
              </a:lnSpc>
              <a:buNone/>
            </a:pPr>
            <a:r>
              <a:rPr dirty="0" sz="1238" lang="en-US">
                <a:solidFill>
                  <a:srgbClr val="C9D1D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Trabajar con ramas</a:t>
            </a:r>
            <a:endParaRPr dirty="0" sz="1238" lang="en-US"/>
          </a:p>
        </p:txBody>
      </p:sp>
      <p:sp>
        <p:nvSpPr>
          <p:cNvPr id="1048613" name="Text 26"/>
          <p:cNvSpPr/>
          <p:nvPr/>
        </p:nvSpPr>
        <p:spPr>
          <a:xfrm>
            <a:off x="721519" y="3825255"/>
            <a:ext cx="3571875" cy="173352"/>
          </a:xfrm>
          <a:prstGeom prst="rect"/>
          <a:noFill/>
        </p:spPr>
        <p:txBody>
          <a:bodyPr anchor="t" bIns="0" lIns="0" rIns="0" rtlCol="0" tIns="0" wrap="square"/>
          <a:p>
            <a:pPr algn="l" indent="0" marL="0">
              <a:lnSpc>
                <a:spcPts val="1264"/>
              </a:lnSpc>
              <a:buNone/>
            </a:pPr>
            <a:r>
              <a:rPr dirty="0" sz="816" lang="en-US">
                <a:solidFill>
                  <a:srgbClr val="8B949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Crear branch, fusionar con merge y leer el historial.</a:t>
            </a:r>
            <a:endParaRPr dirty="0" sz="816" lang="en-US"/>
          </a:p>
        </p:txBody>
      </p:sp>
      <p:sp>
        <p:nvSpPr>
          <p:cNvPr id="1048614" name="Text 27"/>
          <p:cNvSpPr/>
          <p:nvPr/>
        </p:nvSpPr>
        <p:spPr>
          <a:xfrm>
            <a:off x="4647009" y="2968005"/>
            <a:ext cx="3979069" cy="1378967"/>
          </a:xfrm>
          <a:prstGeom prst="roundRect">
            <a:avLst>
              <a:gd name="adj" fmla="val 8289"/>
            </a:avLst>
          </a:prstGeom>
          <a:solidFill>
            <a:srgbClr val="161B22"/>
          </a:solidFill>
          <a:ln w="7144">
            <a:solidFill>
              <a:srgbClr val="30363D"/>
            </a:solidFill>
            <a:prstDash val="solid"/>
          </a:ln>
        </p:spPr>
        <p:txBody>
          <a:bodyPr anchor="ctr" rtlCol="0" wrap="square"/>
          <a:p>
            <a:pPr indent="0" marL="0">
              <a:buNone/>
            </a:pPr>
            <a:endParaRPr dirty="0" lang="en-US"/>
          </a:p>
        </p:txBody>
      </p:sp>
      <p:sp>
        <p:nvSpPr>
          <p:cNvPr id="1048615" name="Text 28"/>
          <p:cNvSpPr/>
          <p:nvPr/>
        </p:nvSpPr>
        <p:spPr>
          <a:xfrm>
            <a:off x="4854178" y="3160886"/>
            <a:ext cx="307181" cy="307181"/>
          </a:xfrm>
          <a:prstGeom prst="roundRect">
            <a:avLst>
              <a:gd name="adj" fmla="val 31008"/>
            </a:avLst>
          </a:prstGeom>
          <a:solidFill>
            <a:srgbClr val="58A6FF">
              <a:alpha val="8000"/>
            </a:srgbClr>
          </a:solidFill>
          <a:ln w="7144">
            <a:solidFill>
              <a:srgbClr val="58A6FF"/>
            </a:solidFill>
            <a:prstDash val="solid"/>
          </a:ln>
        </p:spPr>
        <p:txBody>
          <a:bodyPr anchor="ctr" rtlCol="0" wrap="square"/>
          <a:p>
            <a:pPr indent="0" marL="0">
              <a:buNone/>
            </a:pPr>
            <a:endParaRPr dirty="0" lang="en-US"/>
          </a:p>
        </p:txBody>
      </p:sp>
      <p:sp>
        <p:nvSpPr>
          <p:cNvPr id="1048616" name="Text 29"/>
          <p:cNvSpPr/>
          <p:nvPr/>
        </p:nvSpPr>
        <p:spPr>
          <a:xfrm>
            <a:off x="4883468" y="3190176"/>
            <a:ext cx="248602" cy="248602"/>
          </a:xfrm>
          <a:prstGeom prst="rect"/>
          <a:noFill/>
        </p:spPr>
        <p:txBody>
          <a:bodyPr anchor="ctr" bIns="0" lIns="0" rIns="0" rtlCol="0" tIns="0" wrap="none"/>
          <a:p>
            <a:pPr algn="ctr" indent="0" marL="0">
              <a:buNone/>
            </a:pPr>
            <a:r>
              <a:rPr dirty="0" sz="1688" lang="en-US">
                <a:solidFill>
                  <a:srgbClr val="58A6F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↑</a:t>
            </a:r>
            <a:endParaRPr dirty="0" sz="1688" lang="en-US"/>
          </a:p>
        </p:txBody>
      </p:sp>
      <p:sp>
        <p:nvSpPr>
          <p:cNvPr id="1048617" name="Text 30"/>
          <p:cNvSpPr/>
          <p:nvPr/>
        </p:nvSpPr>
        <p:spPr>
          <a:xfrm>
            <a:off x="5250656" y="3255541"/>
            <a:ext cx="3171825" cy="164592"/>
          </a:xfrm>
          <a:prstGeom prst="rect"/>
          <a:noFill/>
        </p:spPr>
        <p:txBody>
          <a:bodyPr anchor="t" bIns="0" lIns="0" rIns="0" rtlCol="0" tIns="0" wrap="square"/>
          <a:p>
            <a:pPr algn="l" indent="0" marL="0">
              <a:lnSpc>
                <a:spcPts val="928"/>
              </a:lnSpc>
              <a:buNone/>
            </a:pPr>
            <a:r>
              <a:rPr dirty="0" sz="800" kern="0" lang="en-US" spc="74">
                <a:solidFill>
                  <a:srgbClr val="8B949E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OBJETIVO 04</a:t>
            </a:r>
            <a:endParaRPr dirty="0" sz="800" lang="en-US"/>
          </a:p>
        </p:txBody>
      </p:sp>
      <p:sp>
        <p:nvSpPr>
          <p:cNvPr id="1048618" name="Text 31"/>
          <p:cNvSpPr/>
          <p:nvPr/>
        </p:nvSpPr>
        <p:spPr>
          <a:xfrm>
            <a:off x="4850606" y="3585939"/>
            <a:ext cx="3571875" cy="211884"/>
          </a:xfrm>
          <a:prstGeom prst="rect"/>
          <a:noFill/>
        </p:spPr>
        <p:txBody>
          <a:bodyPr anchor="t" bIns="0" lIns="0" rIns="0" rtlCol="0" tIns="0" wrap="none"/>
          <a:p>
            <a:pPr algn="l" indent="0" marL="0">
              <a:lnSpc>
                <a:spcPts val="1547"/>
              </a:lnSpc>
              <a:buNone/>
            </a:pPr>
            <a:r>
              <a:rPr dirty="0" sz="1238" lang="en-US">
                <a:solidFill>
                  <a:srgbClr val="C9D1D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Sincronizar con un remoto</a:t>
            </a:r>
            <a:endParaRPr dirty="0" sz="1238" lang="en-US"/>
          </a:p>
        </p:txBody>
      </p:sp>
      <p:sp>
        <p:nvSpPr>
          <p:cNvPr id="1048619" name="Text 32"/>
          <p:cNvSpPr/>
          <p:nvPr/>
        </p:nvSpPr>
        <p:spPr>
          <a:xfrm>
            <a:off x="4850606" y="3825255"/>
            <a:ext cx="3571875" cy="173352"/>
          </a:xfrm>
          <a:prstGeom prst="rect"/>
          <a:noFill/>
        </p:spPr>
        <p:txBody>
          <a:bodyPr anchor="t" bIns="0" lIns="0" rIns="0" rtlCol="0" tIns="0" wrap="square"/>
          <a:p>
            <a:pPr algn="l" indent="0" marL="0">
              <a:lnSpc>
                <a:spcPts val="1264"/>
              </a:lnSpc>
              <a:buNone/>
            </a:pPr>
            <a:r>
              <a:rPr dirty="0" sz="816" lang="en-US">
                <a:solidFill>
                  <a:srgbClr val="8B949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Conectar a GitHub, hacer push y disparar un pipeline CI.</a:t>
            </a:r>
            <a:endParaRPr dirty="0" sz="816" lang="en-US"/>
          </a:p>
        </p:txBody>
      </p:sp>
      <p:sp>
        <p:nvSpPr>
          <p:cNvPr id="1048620" name="Shape 33"/>
          <p:cNvSpPr/>
          <p:nvPr/>
        </p:nvSpPr>
        <p:spPr>
          <a:xfrm>
            <a:off x="514350" y="4511278"/>
            <a:ext cx="8115300" cy="0"/>
          </a:xfrm>
          <a:prstGeom prst="line"/>
          <a:noFill/>
          <a:ln w="7144">
            <a:solidFill>
              <a:srgbClr val="30363D"/>
            </a:solidFill>
            <a:prstDash val="solid"/>
          </a:ln>
        </p:spPr>
      </p:sp>
      <p:sp>
        <p:nvSpPr>
          <p:cNvPr id="1048621" name="Text 34"/>
          <p:cNvSpPr/>
          <p:nvPr/>
        </p:nvSpPr>
        <p:spPr>
          <a:xfrm>
            <a:off x="514350" y="4629150"/>
            <a:ext cx="100013" cy="100013"/>
          </a:xfrm>
          <a:prstGeom prst="rect"/>
          <a:noFill/>
        </p:spPr>
        <p:txBody>
          <a:bodyPr anchor="ctr" bIns="0" lIns="0" rIns="0" rtlCol="0" tIns="0" wrap="none"/>
          <a:p>
            <a:pPr algn="ctr" indent="0" marL="0">
              <a:buNone/>
            </a:pPr>
            <a:r>
              <a:rPr dirty="0" sz="984" lang="en-US">
                <a:solidFill>
                  <a:srgbClr val="8B949E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ⓘ</a:t>
            </a:r>
            <a:endParaRPr dirty="0" sz="984" lang="en-US"/>
          </a:p>
        </p:txBody>
      </p:sp>
      <p:sp>
        <p:nvSpPr>
          <p:cNvPr id="1048622" name="Text 35"/>
          <p:cNvSpPr/>
          <p:nvPr/>
        </p:nvSpPr>
        <p:spPr>
          <a:xfrm>
            <a:off x="671513" y="4614863"/>
            <a:ext cx="7958138" cy="128588"/>
          </a:xfrm>
          <a:prstGeom prst="rect"/>
          <a:noFill/>
        </p:spPr>
        <p:txBody>
          <a:bodyPr anchor="t" bIns="0" lIns="0" rIns="0" rtlCol="0" tIns="0" wrap="square"/>
          <a:p>
            <a:pPr algn="l" indent="0" marL="0">
              <a:lnSpc>
                <a:spcPts val="1013"/>
              </a:lnSpc>
              <a:buNone/>
            </a:pPr>
            <a:r>
              <a:rPr dirty="0" sz="800" lang="en-US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Prerrequisito: tener Git ≥ 2.40 instalado y una cuenta de GitHub.</a:t>
            </a:r>
            <a:endParaRPr dirty="0" sz="800" lang="en-US"/>
          </a:p>
        </p:txBody>
      </p:sp>
    </p:spTree>
  </p:cSld>
  <p:clrMapOvr>
    <a:masterClrMapping/>
  </p:clrMapOvr>
  <p:timing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117"/>
        </a:solidFill>
        <a:effectLst/>
      </p:bgPr>
    </p:bg>
    <p:spTree>
      <p:nvGrpSpPr>
        <p:cNvPr id="2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26" name="Text 0"/>
          <p:cNvSpPr/>
          <p:nvPr/>
        </p:nvSpPr>
        <p:spPr>
          <a:xfrm>
            <a:off x="0" y="3429000"/>
            <a:ext cx="8636000" cy="1714500"/>
          </a:xfrm>
          <a:prstGeom prst="rect"/>
          <a:noFill/>
        </p:spPr>
        <p:txBody>
          <a:bodyPr anchor="t" bIns="0" lIns="0" rIns="0" rtlCol="0" tIns="0" wrap="none"/>
          <a:p>
            <a:pPr algn="l" indent="0" marL="0">
              <a:lnSpc>
                <a:spcPts val="20250"/>
              </a:lnSpc>
              <a:buNone/>
            </a:pPr>
            <a:r>
              <a:rPr b="1" dirty="0" sz="20250" lang="en-US">
                <a:solidFill>
                  <a:srgbClr val="F78166">
                    <a:alpha val="2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DVCS</a:t>
            </a:r>
            <a:endParaRPr dirty="0" sz="20250" lang="en-US"/>
          </a:p>
        </p:txBody>
      </p:sp>
      <p:sp>
        <p:nvSpPr>
          <p:cNvPr id="1048627" name="Text 1"/>
          <p:cNvSpPr/>
          <p:nvPr/>
        </p:nvSpPr>
        <p:spPr>
          <a:xfrm>
            <a:off x="491490" y="388691"/>
            <a:ext cx="1017270" cy="212027"/>
          </a:xfrm>
          <a:prstGeom prst="roundRect">
            <a:avLst>
              <a:gd name="adj" fmla="val 4487860"/>
            </a:avLst>
          </a:prstGeom>
          <a:solidFill>
            <a:srgbClr val="58A6FF">
              <a:alpha val="8000"/>
            </a:srgbClr>
          </a:solidFill>
          <a:ln w="7144">
            <a:solidFill>
              <a:srgbClr val="58A6FF"/>
            </a:solidFill>
            <a:prstDash val="solid"/>
          </a:ln>
        </p:spPr>
        <p:txBody>
          <a:bodyPr anchor="ctr" rtlCol="0" wrap="square"/>
          <a:p>
            <a:pPr indent="0" marL="0">
              <a:buNone/>
            </a:pPr>
            <a:endParaRPr dirty="0" lang="en-US"/>
          </a:p>
        </p:txBody>
      </p:sp>
      <p:sp>
        <p:nvSpPr>
          <p:cNvPr id="1048628" name="Text 2"/>
          <p:cNvSpPr/>
          <p:nvPr/>
        </p:nvSpPr>
        <p:spPr>
          <a:xfrm>
            <a:off x="514350" y="400050"/>
            <a:ext cx="971550" cy="189309"/>
          </a:xfrm>
          <a:prstGeom prst="rect"/>
          <a:noFill/>
        </p:spPr>
        <p:txBody>
          <a:bodyPr anchor="ctr" bIns="0" lIns="0" rIns="0" rtlCol="0" tIns="0" wrap="none"/>
          <a:p>
            <a:pPr algn="ctr" indent="0" marL="0">
              <a:lnSpc>
                <a:spcPts val="928"/>
              </a:lnSpc>
              <a:buNone/>
            </a:pPr>
            <a:r>
              <a:rPr dirty="0" sz="800" kern="0" lang="en-US" spc="25" smtClean="0">
                <a:solidFill>
                  <a:srgbClr val="58A6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FUNDAMENTOS</a:t>
            </a:r>
            <a:endParaRPr dirty="0" sz="800" lang="en-US"/>
          </a:p>
        </p:txBody>
      </p:sp>
      <p:sp>
        <p:nvSpPr>
          <p:cNvPr id="1048629" name="Text 3"/>
          <p:cNvSpPr/>
          <p:nvPr/>
        </p:nvSpPr>
        <p:spPr>
          <a:xfrm>
            <a:off x="514350" y="689372"/>
            <a:ext cx="4708367" cy="339471"/>
          </a:xfrm>
          <a:prstGeom prst="rect"/>
          <a:noFill/>
        </p:spPr>
        <p:txBody>
          <a:bodyPr anchor="t" bIns="0" lIns="0" rIns="0" rtlCol="0" tIns="0" wrap="square"/>
          <a:p>
            <a:pPr algn="l" indent="0" marL="0">
              <a:lnSpc>
                <a:spcPts val="2475"/>
              </a:lnSpc>
              <a:buNone/>
            </a:pPr>
            <a:r>
              <a:rPr b="1" dirty="0" sz="2250" kern="0" lang="en-US" spc="-34">
                <a:solidFill>
                  <a:srgbClr val="C9D1D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Git: control de versiones distribuido</a:t>
            </a:r>
            <a:endParaRPr dirty="0" sz="2250" lang="en-US"/>
          </a:p>
        </p:txBody>
      </p:sp>
      <p:sp>
        <p:nvSpPr>
          <p:cNvPr id="1048630" name="Text 5"/>
          <p:cNvSpPr/>
          <p:nvPr/>
        </p:nvSpPr>
        <p:spPr>
          <a:xfrm>
            <a:off x="7667141" y="433590"/>
            <a:ext cx="371698" cy="174022"/>
          </a:xfrm>
          <a:prstGeom prst="roundRect">
            <a:avLst>
              <a:gd name="adj" fmla="val 21894"/>
            </a:avLst>
          </a:prstGeom>
          <a:noFill/>
          <a:ln w="7144">
            <a:solidFill>
              <a:srgbClr val="30363D"/>
            </a:solidFill>
            <a:prstDash val="solid"/>
          </a:ln>
        </p:spPr>
        <p:txBody>
          <a:bodyPr anchor="ctr" rtlCol="0" wrap="square"/>
          <a:p>
            <a:pPr indent="0" marL="0">
              <a:buNone/>
            </a:pPr>
            <a:endParaRPr dirty="0" lang="en-US"/>
          </a:p>
        </p:txBody>
      </p:sp>
      <p:sp>
        <p:nvSpPr>
          <p:cNvPr id="1048631" name="Text 9"/>
          <p:cNvSpPr/>
          <p:nvPr/>
        </p:nvSpPr>
        <p:spPr>
          <a:xfrm>
            <a:off x="514350" y="1203722"/>
            <a:ext cx="4306342" cy="610831"/>
          </a:xfrm>
          <a:prstGeom prst="rect"/>
          <a:noFill/>
        </p:spPr>
        <p:txBody>
          <a:bodyPr anchor="t" bIns="0" lIns="0" rIns="0" rtlCol="0" tIns="0" wrap="square"/>
          <a:p>
            <a:pPr algn="l" indent="0" marL="0">
              <a:lnSpc>
                <a:spcPts val="1485"/>
              </a:lnSpc>
              <a:buNone/>
            </a:pPr>
            <a:r>
              <a:rPr dirty="0" sz="928" lang="en-US">
                <a:solidFill>
                  <a:srgbClr val="C9D1D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Git es un sistema de </a:t>
            </a:r>
            <a:r>
              <a:rPr dirty="0" sz="928" lang="en-US">
                <a:solidFill>
                  <a:srgbClr val="58A6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control de versiones distribuido (DVCS)</a:t>
            </a:r>
            <a:r>
              <a:rPr dirty="0" sz="928" lang="en-US">
                <a:solidFill>
                  <a:srgbClr val="C9D1D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creado por </a:t>
            </a:r>
            <a:r>
              <a:rPr dirty="0" sz="928" lang="en-US">
                <a:solidFill>
                  <a:srgbClr val="C9D1D9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Linus Torvalds en 2005</a:t>
            </a:r>
            <a:r>
              <a:rPr dirty="0" sz="928" lang="en-US">
                <a:solidFill>
                  <a:srgbClr val="C9D1D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. Cada clon del repositorio contiene la </a:t>
            </a:r>
            <a:r>
              <a:rPr dirty="0" sz="928" lang="en-US">
                <a:solidFill>
                  <a:srgbClr val="58A6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historia completa</a:t>
            </a:r>
            <a:r>
              <a:rPr dirty="0" sz="928" lang="en-US">
                <a:solidFill>
                  <a:srgbClr val="C9D1D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, sin depender de un servidor central.</a:t>
            </a:r>
            <a:endParaRPr dirty="0" sz="928" lang="en-US"/>
          </a:p>
        </p:txBody>
      </p:sp>
      <p:sp>
        <p:nvSpPr>
          <p:cNvPr id="1048632" name="Shape 10"/>
          <p:cNvSpPr/>
          <p:nvPr/>
        </p:nvSpPr>
        <p:spPr>
          <a:xfrm>
            <a:off x="514350" y="1901465"/>
            <a:ext cx="4306342" cy="0"/>
          </a:xfrm>
          <a:prstGeom prst="line"/>
          <a:noFill/>
          <a:ln w="7144">
            <a:solidFill>
              <a:srgbClr val="30363D"/>
            </a:solidFill>
            <a:prstDash val="solid"/>
          </a:ln>
        </p:spPr>
      </p:sp>
      <p:sp>
        <p:nvSpPr>
          <p:cNvPr id="1048633" name="Text 11"/>
          <p:cNvSpPr/>
          <p:nvPr/>
        </p:nvSpPr>
        <p:spPr>
          <a:xfrm>
            <a:off x="517922" y="2008622"/>
            <a:ext cx="250031" cy="250031"/>
          </a:xfrm>
          <a:prstGeom prst="roundRect">
            <a:avLst>
              <a:gd name="adj" fmla="val 30476"/>
            </a:avLst>
          </a:prstGeom>
          <a:solidFill>
            <a:srgbClr val="58A6FF">
              <a:alpha val="8000"/>
            </a:srgbClr>
          </a:solidFill>
          <a:ln w="7144">
            <a:solidFill>
              <a:srgbClr val="58A6FF"/>
            </a:solidFill>
            <a:prstDash val="solid"/>
          </a:ln>
        </p:spPr>
        <p:txBody>
          <a:bodyPr anchor="ctr" rtlCol="0" wrap="square"/>
          <a:p>
            <a:pPr indent="0" marL="0">
              <a:buNone/>
            </a:pPr>
            <a:endParaRPr dirty="0" lang="en-US"/>
          </a:p>
        </p:txBody>
      </p:sp>
      <p:sp>
        <p:nvSpPr>
          <p:cNvPr id="1048634" name="Text 12"/>
          <p:cNvSpPr/>
          <p:nvPr/>
        </p:nvSpPr>
        <p:spPr>
          <a:xfrm>
            <a:off x="549712" y="2040411"/>
            <a:ext cx="186452" cy="186452"/>
          </a:xfrm>
          <a:prstGeom prst="rect"/>
          <a:noFill/>
        </p:spPr>
        <p:txBody>
          <a:bodyPr anchor="ctr" bIns="0" lIns="0" rIns="0" rtlCol="0" tIns="0" wrap="none"/>
          <a:p>
            <a:pPr algn="ctr" indent="0" marL="0">
              <a:buNone/>
            </a:pPr>
            <a:r>
              <a:rPr dirty="0" sz="1266" lang="en-US">
                <a:solidFill>
                  <a:srgbClr val="58A6F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⚡</a:t>
            </a:r>
            <a:endParaRPr dirty="0" sz="1266" lang="en-US"/>
          </a:p>
        </p:txBody>
      </p:sp>
      <p:sp>
        <p:nvSpPr>
          <p:cNvPr id="1048635" name="Text 13"/>
          <p:cNvSpPr/>
          <p:nvPr/>
        </p:nvSpPr>
        <p:spPr>
          <a:xfrm>
            <a:off x="871538" y="2005050"/>
            <a:ext cx="3949154" cy="219885"/>
          </a:xfrm>
          <a:prstGeom prst="rect"/>
          <a:noFill/>
        </p:spPr>
        <p:txBody>
          <a:bodyPr anchor="t" bIns="0" lIns="0" rIns="0" rtlCol="0" tIns="42863" wrap="square"/>
          <a:p>
            <a:pPr algn="l" indent="0" marL="0">
              <a:lnSpc>
                <a:spcPts val="1266"/>
              </a:lnSpc>
              <a:buNone/>
            </a:pPr>
            <a:r>
              <a:rPr dirty="0" sz="844" lang="en-US">
                <a:solidFill>
                  <a:srgbClr val="F78166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Velocidad:</a:t>
            </a:r>
            <a:r>
              <a:rPr dirty="0" sz="844" lang="en-US">
                <a:solidFill>
                  <a:srgbClr val="C9D1D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operaciones locales sin red.</a:t>
            </a:r>
            <a:endParaRPr dirty="0" sz="844" lang="en-US"/>
          </a:p>
        </p:txBody>
      </p:sp>
      <p:sp>
        <p:nvSpPr>
          <p:cNvPr id="1048636" name="Shape 14"/>
          <p:cNvSpPr/>
          <p:nvPr/>
        </p:nvSpPr>
        <p:spPr>
          <a:xfrm>
            <a:off x="514350" y="2365809"/>
            <a:ext cx="4306342" cy="0"/>
          </a:xfrm>
          <a:prstGeom prst="line"/>
          <a:noFill/>
          <a:ln w="7144">
            <a:solidFill>
              <a:srgbClr val="30363D"/>
            </a:solidFill>
            <a:prstDash val="solid"/>
          </a:ln>
        </p:spPr>
      </p:sp>
      <p:sp>
        <p:nvSpPr>
          <p:cNvPr id="1048637" name="Text 15"/>
          <p:cNvSpPr/>
          <p:nvPr/>
        </p:nvSpPr>
        <p:spPr>
          <a:xfrm>
            <a:off x="517922" y="2472965"/>
            <a:ext cx="250031" cy="250031"/>
          </a:xfrm>
          <a:prstGeom prst="roundRect">
            <a:avLst>
              <a:gd name="adj" fmla="val 30476"/>
            </a:avLst>
          </a:prstGeom>
          <a:solidFill>
            <a:srgbClr val="58A6FF">
              <a:alpha val="8000"/>
            </a:srgbClr>
          </a:solidFill>
          <a:ln w="7144">
            <a:solidFill>
              <a:srgbClr val="58A6FF"/>
            </a:solidFill>
            <a:prstDash val="solid"/>
          </a:ln>
        </p:spPr>
        <p:txBody>
          <a:bodyPr anchor="ctr" rtlCol="0" wrap="square"/>
          <a:p>
            <a:pPr indent="0" marL="0">
              <a:buNone/>
            </a:pPr>
            <a:endParaRPr dirty="0" lang="en-US"/>
          </a:p>
        </p:txBody>
      </p:sp>
      <p:sp>
        <p:nvSpPr>
          <p:cNvPr id="1048638" name="Text 16"/>
          <p:cNvSpPr/>
          <p:nvPr/>
        </p:nvSpPr>
        <p:spPr>
          <a:xfrm>
            <a:off x="549712" y="2504755"/>
            <a:ext cx="186452" cy="186452"/>
          </a:xfrm>
          <a:prstGeom prst="rect"/>
          <a:noFill/>
        </p:spPr>
        <p:txBody>
          <a:bodyPr anchor="ctr" bIns="0" lIns="0" rIns="0" rtlCol="0" tIns="0" wrap="none"/>
          <a:p>
            <a:pPr algn="ctr" indent="0" marL="0">
              <a:buNone/>
            </a:pPr>
            <a:r>
              <a:rPr dirty="0" sz="1266" lang="en-US">
                <a:solidFill>
                  <a:srgbClr val="58A6F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dirty="0" sz="1266" lang="en-US"/>
          </a:p>
        </p:txBody>
      </p:sp>
      <p:sp>
        <p:nvSpPr>
          <p:cNvPr id="1048639" name="Text 17"/>
          <p:cNvSpPr/>
          <p:nvPr/>
        </p:nvSpPr>
        <p:spPr>
          <a:xfrm>
            <a:off x="871538" y="2469393"/>
            <a:ext cx="3949154" cy="219885"/>
          </a:xfrm>
          <a:prstGeom prst="rect"/>
          <a:noFill/>
        </p:spPr>
        <p:txBody>
          <a:bodyPr anchor="t" bIns="0" lIns="0" rIns="0" rtlCol="0" tIns="42863" wrap="square"/>
          <a:p>
            <a:pPr algn="l" indent="0" marL="0">
              <a:lnSpc>
                <a:spcPts val="1266"/>
              </a:lnSpc>
              <a:buNone/>
            </a:pPr>
            <a:r>
              <a:rPr dirty="0" sz="844" lang="en-US">
                <a:solidFill>
                  <a:srgbClr val="F78166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Historia completa:</a:t>
            </a:r>
            <a:r>
              <a:rPr dirty="0" sz="844" lang="en-US">
                <a:solidFill>
                  <a:srgbClr val="C9D1D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cada clon es un backup.</a:t>
            </a:r>
            <a:endParaRPr dirty="0" sz="844" lang="en-US"/>
          </a:p>
        </p:txBody>
      </p:sp>
      <p:sp>
        <p:nvSpPr>
          <p:cNvPr id="1048640" name="Shape 18"/>
          <p:cNvSpPr/>
          <p:nvPr/>
        </p:nvSpPr>
        <p:spPr>
          <a:xfrm>
            <a:off x="514350" y="2830153"/>
            <a:ext cx="4306342" cy="0"/>
          </a:xfrm>
          <a:prstGeom prst="line"/>
          <a:noFill/>
          <a:ln w="7144">
            <a:solidFill>
              <a:srgbClr val="30363D"/>
            </a:solidFill>
            <a:prstDash val="solid"/>
          </a:ln>
        </p:spPr>
      </p:sp>
      <p:sp>
        <p:nvSpPr>
          <p:cNvPr id="1048641" name="Text 19"/>
          <p:cNvSpPr/>
          <p:nvPr/>
        </p:nvSpPr>
        <p:spPr>
          <a:xfrm>
            <a:off x="517922" y="2937309"/>
            <a:ext cx="250031" cy="250031"/>
          </a:xfrm>
          <a:prstGeom prst="roundRect">
            <a:avLst>
              <a:gd name="adj" fmla="val 30476"/>
            </a:avLst>
          </a:prstGeom>
          <a:solidFill>
            <a:srgbClr val="58A6FF">
              <a:alpha val="8000"/>
            </a:srgbClr>
          </a:solidFill>
          <a:ln w="7144">
            <a:solidFill>
              <a:srgbClr val="58A6FF"/>
            </a:solidFill>
            <a:prstDash val="solid"/>
          </a:ln>
        </p:spPr>
        <p:txBody>
          <a:bodyPr anchor="ctr" rtlCol="0" wrap="square"/>
          <a:p>
            <a:pPr indent="0" marL="0">
              <a:buNone/>
            </a:pPr>
            <a:endParaRPr dirty="0" lang="en-US"/>
          </a:p>
        </p:txBody>
      </p:sp>
      <p:sp>
        <p:nvSpPr>
          <p:cNvPr id="1048642" name="Text 20"/>
          <p:cNvSpPr/>
          <p:nvPr/>
        </p:nvSpPr>
        <p:spPr>
          <a:xfrm>
            <a:off x="549712" y="2969099"/>
            <a:ext cx="186452" cy="186452"/>
          </a:xfrm>
          <a:prstGeom prst="rect"/>
          <a:noFill/>
        </p:spPr>
        <p:txBody>
          <a:bodyPr anchor="ctr" bIns="0" lIns="0" rIns="0" rtlCol="0" tIns="0" wrap="none"/>
          <a:p>
            <a:pPr algn="ctr" indent="0" marL="0">
              <a:buNone/>
            </a:pPr>
            <a:r>
              <a:rPr dirty="0" sz="1266" lang="en-US">
                <a:solidFill>
                  <a:srgbClr val="58A6F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⚡</a:t>
            </a:r>
            <a:endParaRPr dirty="0" sz="1266" lang="en-US"/>
          </a:p>
        </p:txBody>
      </p:sp>
      <p:sp>
        <p:nvSpPr>
          <p:cNvPr id="1048643" name="Text 21"/>
          <p:cNvSpPr/>
          <p:nvPr/>
        </p:nvSpPr>
        <p:spPr>
          <a:xfrm>
            <a:off x="871538" y="2933737"/>
            <a:ext cx="3949154" cy="219885"/>
          </a:xfrm>
          <a:prstGeom prst="rect"/>
          <a:noFill/>
        </p:spPr>
        <p:txBody>
          <a:bodyPr anchor="t" bIns="0" lIns="0" rIns="0" rtlCol="0" tIns="42863" wrap="square"/>
          <a:p>
            <a:pPr algn="l" indent="0" marL="0">
              <a:lnSpc>
                <a:spcPts val="1266"/>
              </a:lnSpc>
              <a:buNone/>
            </a:pPr>
            <a:r>
              <a:rPr dirty="0" sz="844" lang="en-US">
                <a:solidFill>
                  <a:srgbClr val="F78166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Trabajo offline:</a:t>
            </a:r>
            <a:r>
              <a:rPr dirty="0" sz="844" lang="en-US">
                <a:solidFill>
                  <a:srgbClr val="C9D1D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commits y branches sin servidor.</a:t>
            </a:r>
            <a:endParaRPr dirty="0" sz="844" lang="en-US"/>
          </a:p>
        </p:txBody>
      </p:sp>
      <p:sp>
        <p:nvSpPr>
          <p:cNvPr id="1048644" name="Text 22"/>
          <p:cNvSpPr/>
          <p:nvPr/>
        </p:nvSpPr>
        <p:spPr>
          <a:xfrm>
            <a:off x="5106442" y="1212652"/>
            <a:ext cx="100013" cy="100013"/>
          </a:xfrm>
          <a:prstGeom prst="rect"/>
          <a:noFill/>
        </p:spPr>
        <p:txBody>
          <a:bodyPr anchor="ctr" bIns="0" lIns="0" rIns="0" rtlCol="0" tIns="0" wrap="none"/>
          <a:p>
            <a:pPr algn="ctr" indent="0" marL="0">
              <a:buNone/>
            </a:pPr>
            <a:r>
              <a:rPr dirty="0" sz="984" lang="en-US">
                <a:solidFill>
                  <a:srgbClr val="8B949E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⇄</a:t>
            </a:r>
            <a:endParaRPr dirty="0" sz="984" lang="en-US"/>
          </a:p>
        </p:txBody>
      </p:sp>
      <p:sp>
        <p:nvSpPr>
          <p:cNvPr id="1048645" name="Text 23"/>
          <p:cNvSpPr/>
          <p:nvPr/>
        </p:nvSpPr>
        <p:spPr>
          <a:xfrm>
            <a:off x="5263604" y="1203722"/>
            <a:ext cx="677945" cy="164592"/>
          </a:xfrm>
          <a:prstGeom prst="rect"/>
          <a:noFill/>
        </p:spPr>
        <p:txBody>
          <a:bodyPr anchor="t" bIns="0" lIns="0" rIns="0" rtlCol="0" tIns="0" wrap="none"/>
          <a:p>
            <a:pPr algn="l" indent="0" marL="0">
              <a:lnSpc>
                <a:spcPts val="928"/>
              </a:lnSpc>
              <a:buNone/>
            </a:pPr>
            <a:r>
              <a:rPr dirty="0" sz="619" kern="0" lang="en-US" spc="74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COMPARATIVA</a:t>
            </a:r>
            <a:endParaRPr dirty="0" sz="619" lang="en-US"/>
          </a:p>
        </p:txBody>
      </p:sp>
      <p:sp>
        <p:nvSpPr>
          <p:cNvPr id="1048646" name="Text 24"/>
          <p:cNvSpPr/>
          <p:nvPr/>
        </p:nvSpPr>
        <p:spPr>
          <a:xfrm>
            <a:off x="5856759" y="1259086"/>
            <a:ext cx="2772891" cy="7144"/>
          </a:xfrm>
          <a:prstGeom prst="rect"/>
          <a:solidFill>
            <a:srgbClr val="30363D"/>
          </a:solidFill>
        </p:spPr>
        <p:txBody>
          <a:bodyPr anchor="ctr" rtlCol="0" wrap="square"/>
          <a:p>
            <a:pPr indent="0" marL="0">
              <a:buNone/>
            </a:pPr>
            <a:endParaRPr dirty="0" lang="en-US"/>
          </a:p>
        </p:txBody>
      </p:sp>
      <p:sp>
        <p:nvSpPr>
          <p:cNvPr id="1048647" name="Text 25"/>
          <p:cNvSpPr/>
          <p:nvPr/>
        </p:nvSpPr>
        <p:spPr>
          <a:xfrm>
            <a:off x="5110014" y="1396603"/>
            <a:ext cx="3516064" cy="1166329"/>
          </a:xfrm>
          <a:prstGeom prst="roundRect">
            <a:avLst>
              <a:gd name="adj" fmla="val 8167"/>
            </a:avLst>
          </a:prstGeom>
          <a:solidFill>
            <a:srgbClr val="21262D"/>
          </a:solidFill>
          <a:ln w="7144">
            <a:solidFill>
              <a:srgbClr val="30363D"/>
            </a:solidFill>
            <a:prstDash val="solid"/>
          </a:ln>
        </p:spPr>
        <p:txBody>
          <a:bodyPr anchor="ctr" rtlCol="0" wrap="square"/>
          <a:p>
            <a:pPr indent="0" marL="0">
              <a:buNone/>
            </a:pPr>
            <a:endParaRPr dirty="0" lang="en-US"/>
          </a:p>
        </p:txBody>
      </p:sp>
      <p:sp>
        <p:nvSpPr>
          <p:cNvPr id="1048648" name="Text 26"/>
          <p:cNvSpPr/>
          <p:nvPr/>
        </p:nvSpPr>
        <p:spPr>
          <a:xfrm>
            <a:off x="5256461" y="1528763"/>
            <a:ext cx="2594186" cy="196739"/>
          </a:xfrm>
          <a:prstGeom prst="rect"/>
          <a:noFill/>
        </p:spPr>
        <p:txBody>
          <a:bodyPr anchor="t" bIns="0" lIns="0" rIns="0" rtlCol="0" tIns="0" wrap="none"/>
          <a:p>
            <a:pPr algn="l" indent="0" marL="0">
              <a:lnSpc>
                <a:spcPts val="1434"/>
              </a:lnSpc>
              <a:buNone/>
            </a:pPr>
            <a:r>
              <a:rPr dirty="0" sz="956" kern="0" lang="en-US" spc="10">
                <a:solidFill>
                  <a:srgbClr val="8B949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CVCS </a:t>
            </a:r>
            <a:r>
              <a:rPr dirty="0" sz="800" kern="0" lang="en-US" spc="1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(Subversion, CVS)</a:t>
            </a:r>
            <a:endParaRPr dirty="0" sz="956" lang="en-US"/>
          </a:p>
        </p:txBody>
      </p:sp>
      <p:sp>
        <p:nvSpPr>
          <p:cNvPr id="1048649" name="Text 27"/>
          <p:cNvSpPr/>
          <p:nvPr/>
        </p:nvSpPr>
        <p:spPr>
          <a:xfrm>
            <a:off x="7842074" y="1532834"/>
            <a:ext cx="660417" cy="174022"/>
          </a:xfrm>
          <a:prstGeom prst="roundRect">
            <a:avLst>
              <a:gd name="adj" fmla="val 21894"/>
            </a:avLst>
          </a:prstGeom>
          <a:noFill/>
          <a:ln w="7144">
            <a:solidFill>
              <a:srgbClr val="30363D"/>
            </a:solidFill>
            <a:prstDash val="solid"/>
          </a:ln>
        </p:spPr>
        <p:txBody>
          <a:bodyPr anchor="ctr" rtlCol="0" wrap="square"/>
          <a:p>
            <a:pPr indent="0" marL="0">
              <a:buNone/>
            </a:pPr>
            <a:endParaRPr dirty="0" lang="en-US"/>
          </a:p>
        </p:txBody>
      </p:sp>
      <p:sp>
        <p:nvSpPr>
          <p:cNvPr id="1048650" name="Text 28"/>
          <p:cNvSpPr/>
          <p:nvPr/>
        </p:nvSpPr>
        <p:spPr>
          <a:xfrm>
            <a:off x="7780452" y="1542157"/>
            <a:ext cx="783661" cy="155377"/>
          </a:xfrm>
          <a:prstGeom prst="rect"/>
          <a:noFill/>
        </p:spPr>
        <p:txBody>
          <a:bodyPr anchor="ctr" bIns="0" lIns="0" rIns="0" rtlCol="0" tIns="0" wrap="none"/>
          <a:p>
            <a:pPr algn="ctr" indent="0" marL="0">
              <a:lnSpc>
                <a:spcPts val="886"/>
              </a:lnSpc>
              <a:buNone/>
            </a:pPr>
            <a:r>
              <a:rPr dirty="0" sz="800" kern="0" lang="en-US" spc="24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centralizado</a:t>
            </a:r>
            <a:endParaRPr dirty="0" sz="800" lang="en-US"/>
          </a:p>
        </p:txBody>
      </p:sp>
      <p:sp>
        <p:nvSpPr>
          <p:cNvPr id="1048651" name="Text 29"/>
          <p:cNvSpPr/>
          <p:nvPr/>
        </p:nvSpPr>
        <p:spPr>
          <a:xfrm>
            <a:off x="5256461" y="1782366"/>
            <a:ext cx="3223171" cy="702456"/>
          </a:xfrm>
          <a:prstGeom prst="rect"/>
          <a:noFill/>
        </p:spPr>
        <p:txBody>
          <a:bodyPr anchor="t" bIns="0" lIns="0" rIns="0" rtlCol="0" tIns="0" wrap="square"/>
          <a:p>
            <a:pPr algn="l" indent="-342900" marL="342900">
              <a:lnSpc>
                <a:spcPts val="1177"/>
              </a:lnSpc>
              <a:buSzPct val="100000"/>
              <a:buChar char="•"/>
            </a:pPr>
            <a:r>
              <a:rPr dirty="0" sz="800" lang="en-US">
                <a:solidFill>
                  <a:srgbClr val="C9D1D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Servidor central obligatorio</a:t>
            </a:r>
            <a:endParaRPr dirty="0" sz="800" lang="en-US"/>
          </a:p>
          <a:p>
            <a:pPr algn="l" indent="-342900" marL="342900">
              <a:lnSpc>
                <a:spcPts val="1177"/>
              </a:lnSpc>
              <a:buSzPct val="100000"/>
              <a:buChar char="•"/>
            </a:pPr>
            <a:r>
              <a:rPr dirty="0" sz="800" lang="en-US">
                <a:solidFill>
                  <a:srgbClr val="C9D1D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Commit requiere red</a:t>
            </a:r>
            <a:endParaRPr dirty="0" sz="800" lang="en-US"/>
          </a:p>
          <a:p>
            <a:pPr algn="l" indent="-342900" marL="342900">
              <a:lnSpc>
                <a:spcPts val="1177"/>
              </a:lnSpc>
              <a:buSzPct val="100000"/>
              <a:buChar char="•"/>
            </a:pPr>
            <a:r>
              <a:rPr dirty="0" sz="800" lang="en-US">
                <a:solidFill>
                  <a:srgbClr val="C9D1D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Una sola historia central</a:t>
            </a:r>
            <a:endParaRPr dirty="0" sz="800" lang="en-US"/>
          </a:p>
        </p:txBody>
      </p:sp>
      <p:sp>
        <p:nvSpPr>
          <p:cNvPr id="1048652" name="Text 30"/>
          <p:cNvSpPr/>
          <p:nvPr/>
        </p:nvSpPr>
        <p:spPr>
          <a:xfrm>
            <a:off x="5110014" y="2670088"/>
            <a:ext cx="3516064" cy="1166329"/>
          </a:xfrm>
          <a:prstGeom prst="roundRect">
            <a:avLst>
              <a:gd name="adj" fmla="val 8167"/>
            </a:avLst>
          </a:prstGeom>
          <a:solidFill>
            <a:srgbClr val="21262D"/>
          </a:solidFill>
          <a:ln w="7144">
            <a:solidFill>
              <a:srgbClr val="58A6FF"/>
            </a:solidFill>
            <a:prstDash val="solid"/>
          </a:ln>
          <a:effectLst>
            <a:outerShdw algn="bl" blurRad="101600" dir="16200000" dist="50800" rotWithShape="0">
              <a:srgbClr val="58A6FF">
                <a:alpha val="50000"/>
              </a:srgbClr>
            </a:outerShdw>
          </a:effectLst>
        </p:spPr>
        <p:txBody>
          <a:bodyPr anchor="ctr" rtlCol="0" wrap="square"/>
          <a:p>
            <a:pPr indent="0" marL="0">
              <a:buNone/>
            </a:pPr>
            <a:endParaRPr dirty="0" lang="en-US"/>
          </a:p>
        </p:txBody>
      </p:sp>
      <p:sp>
        <p:nvSpPr>
          <p:cNvPr id="1048653" name="Text 31"/>
          <p:cNvSpPr/>
          <p:nvPr/>
        </p:nvSpPr>
        <p:spPr>
          <a:xfrm>
            <a:off x="7913846" y="2606223"/>
            <a:ext cx="631508" cy="192024"/>
          </a:xfrm>
          <a:prstGeom prst="rect"/>
          <a:solidFill>
            <a:srgbClr val="0D1117"/>
          </a:solidFill>
        </p:spPr>
        <p:txBody>
          <a:bodyPr anchor="ctr" rtlCol="0" wrap="square"/>
          <a:p>
            <a:pPr indent="0" marL="0">
              <a:buNone/>
            </a:pPr>
            <a:endParaRPr dirty="0" lang="en-US"/>
          </a:p>
        </p:txBody>
      </p:sp>
      <p:sp>
        <p:nvSpPr>
          <p:cNvPr id="1048654" name="Text 32"/>
          <p:cNvSpPr/>
          <p:nvPr/>
        </p:nvSpPr>
        <p:spPr>
          <a:xfrm>
            <a:off x="7909651" y="2666516"/>
            <a:ext cx="639897" cy="121444"/>
          </a:xfrm>
          <a:prstGeom prst="rect"/>
          <a:noFill/>
        </p:spPr>
        <p:txBody>
          <a:bodyPr anchor="t" bIns="0" lIns="0" rIns="0" rtlCol="0" tIns="0" wrap="none"/>
          <a:p>
            <a:pPr algn="l" indent="0" marL="0">
              <a:lnSpc>
                <a:spcPts val="844"/>
              </a:lnSpc>
              <a:buNone/>
            </a:pPr>
            <a:r>
              <a:rPr dirty="0" sz="600" kern="0" lang="en-US" spc="56">
                <a:solidFill>
                  <a:srgbClr val="58A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RECOMENDADO</a:t>
            </a:r>
            <a:endParaRPr dirty="0" sz="600" lang="en-US"/>
          </a:p>
        </p:txBody>
      </p:sp>
      <p:sp>
        <p:nvSpPr>
          <p:cNvPr id="1048655" name="Text 33"/>
          <p:cNvSpPr/>
          <p:nvPr/>
        </p:nvSpPr>
        <p:spPr>
          <a:xfrm>
            <a:off x="5256461" y="2802248"/>
            <a:ext cx="2634704" cy="196739"/>
          </a:xfrm>
          <a:prstGeom prst="rect"/>
          <a:noFill/>
        </p:spPr>
        <p:txBody>
          <a:bodyPr anchor="t" bIns="0" lIns="0" rIns="0" rtlCol="0" tIns="0" wrap="none"/>
          <a:p>
            <a:pPr algn="l" indent="0" marL="0">
              <a:lnSpc>
                <a:spcPts val="1434"/>
              </a:lnSpc>
              <a:buNone/>
            </a:pPr>
            <a:r>
              <a:rPr dirty="0" sz="956" kern="0" lang="en-US" spc="10">
                <a:solidFill>
                  <a:srgbClr val="58A6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DVCS </a:t>
            </a:r>
            <a:r>
              <a:rPr dirty="0" sz="800" kern="0" lang="en-US" spc="1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(Git)</a:t>
            </a:r>
            <a:endParaRPr dirty="0" sz="956" lang="en-US"/>
          </a:p>
        </p:txBody>
      </p:sp>
      <p:sp>
        <p:nvSpPr>
          <p:cNvPr id="1048656" name="Text 34"/>
          <p:cNvSpPr/>
          <p:nvPr/>
        </p:nvSpPr>
        <p:spPr>
          <a:xfrm>
            <a:off x="7882592" y="2806319"/>
            <a:ext cx="619899" cy="174022"/>
          </a:xfrm>
          <a:prstGeom prst="roundRect">
            <a:avLst>
              <a:gd name="adj" fmla="val 21894"/>
            </a:avLst>
          </a:prstGeom>
          <a:noFill/>
          <a:ln w="7144">
            <a:solidFill>
              <a:srgbClr val="58A6FF"/>
            </a:solidFill>
            <a:prstDash val="solid"/>
          </a:ln>
        </p:spPr>
        <p:txBody>
          <a:bodyPr anchor="ctr" rtlCol="0" wrap="square"/>
          <a:p>
            <a:pPr indent="0" marL="0">
              <a:buNone/>
            </a:pPr>
            <a:endParaRPr dirty="0" lang="en-US"/>
          </a:p>
        </p:txBody>
      </p:sp>
      <p:sp>
        <p:nvSpPr>
          <p:cNvPr id="1048657" name="Text 35"/>
          <p:cNvSpPr/>
          <p:nvPr/>
        </p:nvSpPr>
        <p:spPr>
          <a:xfrm>
            <a:off x="7831882" y="2815642"/>
            <a:ext cx="721319" cy="155377"/>
          </a:xfrm>
          <a:prstGeom prst="rect"/>
          <a:noFill/>
        </p:spPr>
        <p:txBody>
          <a:bodyPr anchor="ctr" bIns="0" lIns="0" rIns="0" rtlCol="0" tIns="0" wrap="none"/>
          <a:p>
            <a:pPr algn="ctr" indent="0" marL="0">
              <a:lnSpc>
                <a:spcPts val="886"/>
              </a:lnSpc>
              <a:buNone/>
            </a:pPr>
            <a:r>
              <a:rPr dirty="0" sz="800" kern="0" lang="en-US" spc="24">
                <a:solidFill>
                  <a:srgbClr val="58A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distribuido</a:t>
            </a:r>
            <a:endParaRPr dirty="0" sz="800" lang="en-US"/>
          </a:p>
        </p:txBody>
      </p:sp>
      <p:sp>
        <p:nvSpPr>
          <p:cNvPr id="1048658" name="Text 36"/>
          <p:cNvSpPr/>
          <p:nvPr/>
        </p:nvSpPr>
        <p:spPr>
          <a:xfrm>
            <a:off x="5256461" y="3055851"/>
            <a:ext cx="3223171" cy="702456"/>
          </a:xfrm>
          <a:prstGeom prst="rect"/>
          <a:noFill/>
        </p:spPr>
        <p:txBody>
          <a:bodyPr anchor="t" bIns="0" lIns="0" rIns="0" rtlCol="0" tIns="0" wrap="square"/>
          <a:p>
            <a:pPr algn="l" indent="-342900" marL="342900">
              <a:lnSpc>
                <a:spcPts val="1177"/>
              </a:lnSpc>
              <a:buSzPct val="100000"/>
              <a:buChar char="•"/>
            </a:pPr>
            <a:r>
              <a:rPr dirty="0" sz="800" lang="en-US">
                <a:solidFill>
                  <a:srgbClr val="C9D1D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Cada clon es un repositorio</a:t>
            </a:r>
            <a:endParaRPr dirty="0" sz="800" lang="en-US"/>
          </a:p>
          <a:p>
            <a:pPr algn="l" indent="-342900" marL="342900">
              <a:lnSpc>
                <a:spcPts val="1177"/>
              </a:lnSpc>
              <a:buSzPct val="100000"/>
              <a:buChar char="•"/>
            </a:pPr>
            <a:r>
              <a:rPr dirty="0" sz="800" lang="en-US">
                <a:solidFill>
                  <a:srgbClr val="C9D1D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Commit es local e instantáneo</a:t>
            </a:r>
            <a:endParaRPr dirty="0" sz="800" lang="en-US"/>
          </a:p>
          <a:p>
            <a:pPr algn="l" indent="-342900" marL="342900">
              <a:lnSpc>
                <a:spcPts val="1177"/>
              </a:lnSpc>
              <a:buSzPct val="100000"/>
              <a:buChar char="•"/>
            </a:pPr>
            <a:r>
              <a:rPr dirty="0" sz="800" lang="en-US">
                <a:solidFill>
                  <a:srgbClr val="C9D1D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Historia distribuida y firmada</a:t>
            </a:r>
            <a:endParaRPr dirty="0" sz="800" lang="en-US"/>
          </a:p>
        </p:txBody>
      </p:sp>
    </p:spTree>
  </p:cSld>
  <p:clrMapOvr>
    <a:masterClrMapping/>
  </p:clrMapOvr>
  <p:timing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117"/>
        </a:solidFill>
        <a:effectLst/>
      </p:bgPr>
    </p:bg>
    <p:spTree>
      <p:nvGrpSpPr>
        <p:cNvPr id="2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62" name="Text 0"/>
          <p:cNvSpPr/>
          <p:nvPr/>
        </p:nvSpPr>
        <p:spPr>
          <a:xfrm>
            <a:off x="491490" y="388691"/>
            <a:ext cx="805078" cy="212027"/>
          </a:xfrm>
          <a:prstGeom prst="roundRect">
            <a:avLst>
              <a:gd name="adj" fmla="val 4487860"/>
            </a:avLst>
          </a:prstGeom>
          <a:solidFill>
            <a:srgbClr val="58A6FF">
              <a:alpha val="8000"/>
            </a:srgbClr>
          </a:solidFill>
          <a:ln w="7144">
            <a:solidFill>
              <a:srgbClr val="58A6FF"/>
            </a:solidFill>
            <a:prstDash val="solid"/>
          </a:ln>
        </p:spPr>
        <p:txBody>
          <a:bodyPr anchor="ctr" rtlCol="0" wrap="square"/>
          <a:p>
            <a:pPr indent="0" marL="0">
              <a:buNone/>
            </a:pPr>
            <a:endParaRPr dirty="0" lang="en-US"/>
          </a:p>
        </p:txBody>
      </p:sp>
      <p:sp>
        <p:nvSpPr>
          <p:cNvPr id="1048663" name="Text 1"/>
          <p:cNvSpPr/>
          <p:nvPr/>
        </p:nvSpPr>
        <p:spPr>
          <a:xfrm>
            <a:off x="427269" y="400050"/>
            <a:ext cx="933521" cy="189309"/>
          </a:xfrm>
          <a:prstGeom prst="rect"/>
          <a:noFill/>
        </p:spPr>
        <p:txBody>
          <a:bodyPr anchor="ctr" bIns="0" lIns="0" rIns="0" rtlCol="0" tIns="0" wrap="none"/>
          <a:p>
            <a:pPr algn="ctr" indent="0" marL="0">
              <a:lnSpc>
                <a:spcPts val="928"/>
              </a:lnSpc>
              <a:buNone/>
            </a:pPr>
            <a:r>
              <a:rPr dirty="0" sz="800" kern="0" lang="en-US" spc="25" smtClean="0">
                <a:solidFill>
                  <a:srgbClr val="58A6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MODELO</a:t>
            </a:r>
            <a:endParaRPr dirty="0" sz="800" lang="en-US"/>
          </a:p>
        </p:txBody>
      </p:sp>
      <p:sp>
        <p:nvSpPr>
          <p:cNvPr id="1048664" name="Text 2"/>
          <p:cNvSpPr/>
          <p:nvPr/>
        </p:nvSpPr>
        <p:spPr>
          <a:xfrm>
            <a:off x="514350" y="689372"/>
            <a:ext cx="3070345" cy="339471"/>
          </a:xfrm>
          <a:prstGeom prst="rect"/>
          <a:noFill/>
        </p:spPr>
        <p:txBody>
          <a:bodyPr anchor="t" bIns="0" lIns="0" rIns="0" rtlCol="0" tIns="0" wrap="none"/>
          <a:p>
            <a:pPr algn="l" indent="0" marL="0">
              <a:lnSpc>
                <a:spcPts val="2475"/>
              </a:lnSpc>
              <a:buNone/>
            </a:pPr>
            <a:r>
              <a:rPr b="1" dirty="0" sz="2250" kern="0" lang="en-US" spc="-34">
                <a:solidFill>
                  <a:srgbClr val="C9D1D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Las tres áreas de Git</a:t>
            </a:r>
            <a:endParaRPr dirty="0" sz="2250" lang="en-US"/>
          </a:p>
        </p:txBody>
      </p:sp>
      <p:sp>
        <p:nvSpPr>
          <p:cNvPr id="1048665" name="Text 3"/>
          <p:cNvSpPr/>
          <p:nvPr/>
        </p:nvSpPr>
        <p:spPr>
          <a:xfrm>
            <a:off x="514350" y="1060847"/>
            <a:ext cx="2924138" cy="185166"/>
          </a:xfrm>
          <a:prstGeom prst="rect"/>
          <a:noFill/>
        </p:spPr>
        <p:txBody>
          <a:bodyPr anchor="t" bIns="0" lIns="0" rIns="0" rtlCol="0" tIns="0" wrap="square"/>
          <a:p>
            <a:pPr algn="l" indent="0" marL="0">
              <a:lnSpc>
                <a:spcPts val="1350"/>
              </a:lnSpc>
              <a:buNone/>
            </a:pPr>
            <a:r>
              <a:rPr dirty="0" sz="900" lang="en-US">
                <a:solidFill>
                  <a:srgbClr val="8B949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Todo comando de Git mueve datos entre estas tres áreas.</a:t>
            </a:r>
            <a:endParaRPr dirty="0" sz="900" lang="en-US"/>
          </a:p>
        </p:txBody>
      </p:sp>
      <p:sp>
        <p:nvSpPr>
          <p:cNvPr id="1048666" name="Text 6"/>
          <p:cNvSpPr/>
          <p:nvPr/>
        </p:nvSpPr>
        <p:spPr>
          <a:xfrm>
            <a:off x="517922" y="1421606"/>
            <a:ext cx="2278856" cy="2916882"/>
          </a:xfrm>
          <a:prstGeom prst="roundRect">
            <a:avLst>
              <a:gd name="adj" fmla="val 5016"/>
            </a:avLst>
          </a:prstGeom>
          <a:solidFill>
            <a:srgbClr val="161B22"/>
          </a:solidFill>
          <a:ln w="7144">
            <a:solidFill>
              <a:srgbClr val="30363D"/>
            </a:solidFill>
            <a:prstDash val="solid"/>
          </a:ln>
        </p:spPr>
        <p:txBody>
          <a:bodyPr anchor="ctr" rtlCol="0" wrap="square"/>
          <a:p>
            <a:pPr indent="0" marL="0">
              <a:buNone/>
            </a:pPr>
            <a:endParaRPr dirty="0" lang="en-US"/>
          </a:p>
        </p:txBody>
      </p:sp>
      <p:sp>
        <p:nvSpPr>
          <p:cNvPr id="1048667" name="Text 7"/>
          <p:cNvSpPr/>
          <p:nvPr/>
        </p:nvSpPr>
        <p:spPr>
          <a:xfrm>
            <a:off x="678656" y="1582341"/>
            <a:ext cx="357188" cy="357188"/>
          </a:xfrm>
          <a:prstGeom prst="roundRect">
            <a:avLst>
              <a:gd name="adj" fmla="val 26667"/>
            </a:avLst>
          </a:prstGeom>
          <a:solidFill>
            <a:srgbClr val="F78166"/>
          </a:solidFill>
        </p:spPr>
        <p:txBody>
          <a:bodyPr anchor="ctr" rtlCol="0" wrap="square"/>
          <a:p>
            <a:pPr indent="0" marL="0">
              <a:buNone/>
            </a:pPr>
            <a:endParaRPr dirty="0" lang="en-US"/>
          </a:p>
        </p:txBody>
      </p:sp>
      <p:sp>
        <p:nvSpPr>
          <p:cNvPr id="1048668" name="Text 8"/>
          <p:cNvSpPr/>
          <p:nvPr/>
        </p:nvSpPr>
        <p:spPr>
          <a:xfrm>
            <a:off x="678656" y="1582341"/>
            <a:ext cx="1785938" cy="357188"/>
          </a:xfrm>
          <a:prstGeom prst="rect"/>
          <a:noFill/>
        </p:spPr>
        <p:txBody>
          <a:bodyPr anchor="ctr" bIns="0" lIns="0" rIns="0" rtlCol="0" tIns="0" wrap="none"/>
          <a:p>
            <a:pPr algn="ctr" indent="0" marL="0">
              <a:lnSpc>
                <a:spcPts val="1519"/>
              </a:lnSpc>
              <a:buNone/>
            </a:pPr>
            <a:r>
              <a:rPr b="1" dirty="0" sz="1013" lang="en-US">
                <a:solidFill>
                  <a:srgbClr val="0D111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01</a:t>
            </a:r>
            <a:endParaRPr dirty="0" sz="1013" lang="en-US"/>
          </a:p>
        </p:txBody>
      </p:sp>
      <p:sp>
        <p:nvSpPr>
          <p:cNvPr id="1048669" name="Text 9"/>
          <p:cNvSpPr/>
          <p:nvPr/>
        </p:nvSpPr>
        <p:spPr>
          <a:xfrm>
            <a:off x="2478881" y="1582341"/>
            <a:ext cx="157163" cy="157163"/>
          </a:xfrm>
          <a:prstGeom prst="rect"/>
          <a:noFill/>
        </p:spPr>
        <p:txBody>
          <a:bodyPr anchor="ctr" bIns="0" lIns="0" rIns="0" rtlCol="0" tIns="0" wrap="none"/>
          <a:p>
            <a:pPr algn="ctr" indent="0" marL="0">
              <a:buNone/>
            </a:pPr>
            <a:r>
              <a:rPr dirty="0" sz="1547" lang="en-US">
                <a:solidFill>
                  <a:srgbClr val="8B949E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▣</a:t>
            </a:r>
            <a:endParaRPr dirty="0" sz="1547" lang="en-US"/>
          </a:p>
        </p:txBody>
      </p:sp>
      <p:sp>
        <p:nvSpPr>
          <p:cNvPr id="1048670" name="Text 10"/>
          <p:cNvSpPr/>
          <p:nvPr/>
        </p:nvSpPr>
        <p:spPr>
          <a:xfrm>
            <a:off x="678656" y="2032397"/>
            <a:ext cx="1461651" cy="223742"/>
          </a:xfrm>
          <a:prstGeom prst="rect"/>
          <a:noFill/>
        </p:spPr>
        <p:txBody>
          <a:bodyPr anchor="t" bIns="0" lIns="0" rIns="0" rtlCol="0" tIns="0" wrap="square"/>
          <a:p>
            <a:pPr algn="l" indent="0" marL="0">
              <a:lnSpc>
                <a:spcPts val="1553"/>
              </a:lnSpc>
              <a:buNone/>
            </a:pPr>
            <a:r>
              <a:rPr dirty="0" sz="1294" lang="en-US">
                <a:solidFill>
                  <a:srgbClr val="C9D1D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Working Directory</a:t>
            </a:r>
            <a:endParaRPr dirty="0" sz="1294" lang="en-US"/>
          </a:p>
        </p:txBody>
      </p:sp>
      <p:sp>
        <p:nvSpPr>
          <p:cNvPr id="1048671" name="Text 11"/>
          <p:cNvSpPr/>
          <p:nvPr/>
        </p:nvSpPr>
        <p:spPr>
          <a:xfrm>
            <a:off x="678656" y="2279526"/>
            <a:ext cx="2067116" cy="131549"/>
          </a:xfrm>
          <a:prstGeom prst="rect"/>
          <a:noFill/>
        </p:spPr>
        <p:txBody>
          <a:bodyPr anchor="t" bIns="0" lIns="0" rIns="0" rtlCol="0" tIns="0" wrap="square"/>
          <a:p>
            <a:pPr algn="l" indent="0" marL="0">
              <a:lnSpc>
                <a:spcPts val="742"/>
              </a:lnSpc>
              <a:buNone/>
            </a:pPr>
            <a:r>
              <a:rPr dirty="0" sz="800" kern="0" lang="en-US" spc="37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TU EDITOR · ARCHIVOS EN DISCO</a:t>
            </a:r>
            <a:endParaRPr dirty="0" sz="800" lang="en-US"/>
          </a:p>
        </p:txBody>
      </p:sp>
      <p:sp>
        <p:nvSpPr>
          <p:cNvPr id="1048672" name="Text 12"/>
          <p:cNvSpPr/>
          <p:nvPr/>
        </p:nvSpPr>
        <p:spPr>
          <a:xfrm>
            <a:off x="678656" y="2473747"/>
            <a:ext cx="1957388" cy="1437260"/>
          </a:xfrm>
          <a:prstGeom prst="rect"/>
          <a:noFill/>
        </p:spPr>
        <p:txBody>
          <a:bodyPr anchor="t" bIns="0" lIns="0" rIns="0" rtlCol="0" tIns="0" wrap="square">
            <a:normAutofit/>
          </a:bodyPr>
          <a:p>
            <a:pPr algn="l" indent="0" marL="0">
              <a:lnSpc>
                <a:spcPts val="1264"/>
              </a:lnSpc>
              <a:buNone/>
            </a:pPr>
            <a:r>
              <a:rPr dirty="0" sz="816" lang="en-US">
                <a:solidFill>
                  <a:srgbClr val="C9D1D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Los archivos tal como los ves en tu editor. Modificaciones sin trackear todavía.</a:t>
            </a:r>
            <a:endParaRPr dirty="0" sz="816" lang="en-US"/>
          </a:p>
        </p:txBody>
      </p:sp>
      <p:sp>
        <p:nvSpPr>
          <p:cNvPr id="1048673" name="Text 13"/>
          <p:cNvSpPr/>
          <p:nvPr/>
        </p:nvSpPr>
        <p:spPr>
          <a:xfrm>
            <a:off x="655796" y="3925637"/>
            <a:ext cx="1031558" cy="279206"/>
          </a:xfrm>
          <a:prstGeom prst="roundRect">
            <a:avLst>
              <a:gd name="adj" fmla="val 20469"/>
            </a:avLst>
          </a:prstGeom>
          <a:solidFill>
            <a:srgbClr val="0D1117"/>
          </a:solidFill>
          <a:ln w="7144">
            <a:solidFill>
              <a:srgbClr val="30363D"/>
            </a:solidFill>
            <a:prstDash val="solid"/>
          </a:ln>
        </p:spPr>
        <p:txBody>
          <a:bodyPr anchor="ctr" rtlCol="0" wrap="square"/>
          <a:p>
            <a:pPr indent="0" marL="0">
              <a:buNone/>
            </a:pPr>
            <a:endParaRPr dirty="0" lang="en-US"/>
          </a:p>
        </p:txBody>
      </p:sp>
      <p:sp>
        <p:nvSpPr>
          <p:cNvPr id="1048674" name="Text 14"/>
          <p:cNvSpPr/>
          <p:nvPr/>
        </p:nvSpPr>
        <p:spPr>
          <a:xfrm>
            <a:off x="1013925" y="4002732"/>
            <a:ext cx="576046" cy="143490"/>
          </a:xfrm>
          <a:prstGeom prst="rect"/>
          <a:noFill/>
        </p:spPr>
        <p:txBody>
          <a:bodyPr anchor="t" bIns="0" lIns="0" rIns="0" rtlCol="0" tIns="0" wrap="none"/>
          <a:p>
            <a:pPr algn="l" indent="0" marL="0">
              <a:lnSpc>
                <a:spcPts val="1097"/>
              </a:lnSpc>
              <a:buNone/>
            </a:pPr>
            <a:r>
              <a:rPr dirty="0" sz="731" lang="en-US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status</a:t>
            </a:r>
            <a:endParaRPr dirty="0" sz="731" lang="en-US"/>
          </a:p>
        </p:txBody>
      </p:sp>
      <p:sp>
        <p:nvSpPr>
          <p:cNvPr id="1048675" name="Text 15"/>
          <p:cNvSpPr/>
          <p:nvPr/>
        </p:nvSpPr>
        <p:spPr>
          <a:xfrm>
            <a:off x="785813" y="4015234"/>
            <a:ext cx="100013" cy="100013"/>
          </a:xfrm>
          <a:prstGeom prst="rect"/>
          <a:noFill/>
        </p:spPr>
        <p:txBody>
          <a:bodyPr anchor="ctr" bIns="0" lIns="0" rIns="0" rtlCol="0" tIns="0" wrap="none"/>
          <a:p>
            <a:pPr algn="ctr" indent="0" marL="0">
              <a:buNone/>
            </a:pPr>
            <a:r>
              <a:rPr dirty="0" sz="984" lang="en-US">
                <a:solidFill>
                  <a:srgbClr val="8B949E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◉</a:t>
            </a:r>
            <a:endParaRPr dirty="0" sz="984" lang="en-US"/>
          </a:p>
        </p:txBody>
      </p:sp>
      <p:sp>
        <p:nvSpPr>
          <p:cNvPr id="1048676" name="Text 16"/>
          <p:cNvSpPr/>
          <p:nvPr/>
        </p:nvSpPr>
        <p:spPr>
          <a:xfrm>
            <a:off x="942975" y="3995589"/>
            <a:ext cx="614363" cy="139303"/>
          </a:xfrm>
          <a:prstGeom prst="rect"/>
          <a:noFill/>
        </p:spPr>
        <p:txBody>
          <a:bodyPr anchor="t" bIns="0" lIns="0" rIns="0" rtlCol="0" tIns="0" wrap="none"/>
          <a:p>
            <a:pPr algn="l" indent="0" marL="0">
              <a:lnSpc>
                <a:spcPts val="1097"/>
              </a:lnSpc>
              <a:buNone/>
            </a:pPr>
            <a:r>
              <a:rPr dirty="0" sz="800" lang="en-US">
                <a:solidFill>
                  <a:srgbClr val="F78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</a:t>
            </a:r>
            <a:endParaRPr dirty="0" sz="800" lang="en-US"/>
          </a:p>
        </p:txBody>
      </p:sp>
      <p:sp>
        <p:nvSpPr>
          <p:cNvPr id="1048677" name="Text 17"/>
          <p:cNvSpPr/>
          <p:nvPr/>
        </p:nvSpPr>
        <p:spPr>
          <a:xfrm>
            <a:off x="2878878" y="2785607"/>
            <a:ext cx="471595" cy="196025"/>
          </a:xfrm>
          <a:prstGeom prst="roundRect">
            <a:avLst>
              <a:gd name="adj" fmla="val 19436"/>
            </a:avLst>
          </a:prstGeom>
          <a:solidFill>
            <a:srgbClr val="58A6FF">
              <a:alpha val="8000"/>
            </a:srgbClr>
          </a:solidFill>
          <a:ln w="7144">
            <a:solidFill>
              <a:srgbClr val="58A6FF"/>
            </a:solidFill>
            <a:prstDash val="solid"/>
          </a:ln>
        </p:spPr>
        <p:txBody>
          <a:bodyPr anchor="ctr" rtlCol="0" wrap="square"/>
          <a:p>
            <a:pPr indent="0" marL="0">
              <a:buNone/>
            </a:pPr>
            <a:endParaRPr dirty="0" lang="en-US"/>
          </a:p>
        </p:txBody>
      </p:sp>
      <p:sp>
        <p:nvSpPr>
          <p:cNvPr id="1048678" name="Text 18"/>
          <p:cNvSpPr/>
          <p:nvPr/>
        </p:nvSpPr>
        <p:spPr>
          <a:xfrm>
            <a:off x="2893085" y="2796108"/>
            <a:ext cx="443179" cy="175022"/>
          </a:xfrm>
          <a:prstGeom prst="rect"/>
          <a:noFill/>
        </p:spPr>
        <p:txBody>
          <a:bodyPr anchor="ctr" bIns="0" lIns="0" rIns="0" rtlCol="0" tIns="0" wrap="none"/>
          <a:p>
            <a:pPr algn="ctr" indent="0" marL="0">
              <a:lnSpc>
                <a:spcPts val="928"/>
              </a:lnSpc>
              <a:buNone/>
            </a:pPr>
            <a:r>
              <a:rPr dirty="0" sz="800" kern="0" lang="en-US" spc="37">
                <a:solidFill>
                  <a:srgbClr val="58A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add</a:t>
            </a:r>
            <a:endParaRPr dirty="0" sz="800" lang="en-US"/>
          </a:p>
        </p:txBody>
      </p:sp>
      <p:sp>
        <p:nvSpPr>
          <p:cNvPr id="1048679" name="Text 19"/>
          <p:cNvSpPr/>
          <p:nvPr/>
        </p:nvSpPr>
        <p:spPr>
          <a:xfrm>
            <a:off x="3014663" y="3028280"/>
            <a:ext cx="200025" cy="200025"/>
          </a:xfrm>
          <a:prstGeom prst="rect"/>
          <a:noFill/>
        </p:spPr>
        <p:txBody>
          <a:bodyPr anchor="ctr" bIns="0" lIns="0" rIns="0" rtlCol="0" tIns="0" wrap="none"/>
          <a:p>
            <a:pPr algn="ctr" indent="0" marL="0">
              <a:buNone/>
            </a:pPr>
            <a:r>
              <a:rPr dirty="0" sz="1969" lang="en-US">
                <a:solidFill>
                  <a:srgbClr val="58A6F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→</a:t>
            </a:r>
            <a:endParaRPr dirty="0" sz="1969" lang="en-US"/>
          </a:p>
        </p:txBody>
      </p:sp>
      <p:sp>
        <p:nvSpPr>
          <p:cNvPr id="1048680" name="Text 20"/>
          <p:cNvSpPr/>
          <p:nvPr/>
        </p:nvSpPr>
        <p:spPr>
          <a:xfrm>
            <a:off x="2934809" y="3285455"/>
            <a:ext cx="453969" cy="164592"/>
          </a:xfrm>
          <a:prstGeom prst="rect"/>
          <a:noFill/>
        </p:spPr>
        <p:txBody>
          <a:bodyPr anchor="t" bIns="0" lIns="0" rIns="0" rtlCol="0" tIns="0" wrap="square"/>
          <a:p>
            <a:pPr algn="l" indent="0" marL="0">
              <a:lnSpc>
                <a:spcPts val="844"/>
              </a:lnSpc>
              <a:buNone/>
            </a:pPr>
            <a:r>
              <a:rPr dirty="0" sz="800" kern="0" lang="en-US" spc="23">
                <a:solidFill>
                  <a:srgbClr val="8B949E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01 → 02</a:t>
            </a:r>
            <a:endParaRPr dirty="0" sz="800" lang="en-US"/>
          </a:p>
        </p:txBody>
      </p:sp>
      <p:sp>
        <p:nvSpPr>
          <p:cNvPr id="1048681" name="Text 21"/>
          <p:cNvSpPr/>
          <p:nvPr/>
        </p:nvSpPr>
        <p:spPr>
          <a:xfrm>
            <a:off x="3432572" y="1421606"/>
            <a:ext cx="2278856" cy="2916882"/>
          </a:xfrm>
          <a:prstGeom prst="roundRect">
            <a:avLst>
              <a:gd name="adj" fmla="val 5016"/>
            </a:avLst>
          </a:prstGeom>
          <a:solidFill>
            <a:srgbClr val="161B22"/>
          </a:solidFill>
          <a:ln w="7144">
            <a:solidFill>
              <a:srgbClr val="30363D"/>
            </a:solidFill>
            <a:prstDash val="solid"/>
          </a:ln>
        </p:spPr>
        <p:txBody>
          <a:bodyPr anchor="ctr" rtlCol="0" wrap="square"/>
          <a:p>
            <a:pPr indent="0" marL="0">
              <a:buNone/>
            </a:pPr>
            <a:endParaRPr dirty="0" lang="en-US"/>
          </a:p>
        </p:txBody>
      </p:sp>
      <p:sp>
        <p:nvSpPr>
          <p:cNvPr id="1048682" name="Text 22"/>
          <p:cNvSpPr/>
          <p:nvPr/>
        </p:nvSpPr>
        <p:spPr>
          <a:xfrm>
            <a:off x="3593306" y="1582341"/>
            <a:ext cx="357188" cy="357188"/>
          </a:xfrm>
          <a:prstGeom prst="roundRect">
            <a:avLst>
              <a:gd name="adj" fmla="val 26667"/>
            </a:avLst>
          </a:prstGeom>
          <a:solidFill>
            <a:srgbClr val="D29922"/>
          </a:solidFill>
        </p:spPr>
        <p:txBody>
          <a:bodyPr anchor="ctr" rtlCol="0" wrap="square"/>
          <a:p>
            <a:pPr indent="0" marL="0">
              <a:buNone/>
            </a:pPr>
            <a:endParaRPr dirty="0" lang="en-US"/>
          </a:p>
        </p:txBody>
      </p:sp>
      <p:sp>
        <p:nvSpPr>
          <p:cNvPr id="1048683" name="Text 23"/>
          <p:cNvSpPr/>
          <p:nvPr/>
        </p:nvSpPr>
        <p:spPr>
          <a:xfrm>
            <a:off x="3593306" y="1582341"/>
            <a:ext cx="1785938" cy="357188"/>
          </a:xfrm>
          <a:prstGeom prst="rect"/>
          <a:noFill/>
        </p:spPr>
        <p:txBody>
          <a:bodyPr anchor="ctr" bIns="0" lIns="0" rIns="0" rtlCol="0" tIns="0" wrap="none"/>
          <a:p>
            <a:pPr algn="ctr" indent="0" marL="0">
              <a:lnSpc>
                <a:spcPts val="1519"/>
              </a:lnSpc>
              <a:buNone/>
            </a:pPr>
            <a:r>
              <a:rPr b="1" dirty="0" sz="1013" lang="en-US">
                <a:solidFill>
                  <a:srgbClr val="0D111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02</a:t>
            </a:r>
            <a:endParaRPr dirty="0" sz="1013" lang="en-US"/>
          </a:p>
        </p:txBody>
      </p:sp>
      <p:sp>
        <p:nvSpPr>
          <p:cNvPr id="1048684" name="Text 24"/>
          <p:cNvSpPr/>
          <p:nvPr/>
        </p:nvSpPr>
        <p:spPr>
          <a:xfrm>
            <a:off x="5393531" y="1582341"/>
            <a:ext cx="157163" cy="157163"/>
          </a:xfrm>
          <a:prstGeom prst="rect"/>
          <a:noFill/>
        </p:spPr>
        <p:txBody>
          <a:bodyPr anchor="ctr" bIns="0" lIns="0" rIns="0" rtlCol="0" tIns="0" wrap="none"/>
          <a:p>
            <a:pPr algn="ctr" indent="0" marL="0">
              <a:buNone/>
            </a:pPr>
            <a:r>
              <a:rPr dirty="0" sz="1547" lang="en-US">
                <a:solidFill>
                  <a:srgbClr val="8B949E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dirty="0" sz="1547" lang="en-US"/>
          </a:p>
        </p:txBody>
      </p:sp>
      <p:sp>
        <p:nvSpPr>
          <p:cNvPr id="1048685" name="Text 25"/>
          <p:cNvSpPr/>
          <p:nvPr/>
        </p:nvSpPr>
        <p:spPr>
          <a:xfrm>
            <a:off x="3494322" y="2032397"/>
            <a:ext cx="1259572" cy="223742"/>
          </a:xfrm>
          <a:prstGeom prst="rect"/>
          <a:noFill/>
        </p:spPr>
        <p:txBody>
          <a:bodyPr anchor="t" bIns="0" lIns="0" rIns="0" rtlCol="0" tIns="0" wrap="none"/>
          <a:p>
            <a:pPr algn="l" indent="0" marL="0">
              <a:lnSpc>
                <a:spcPts val="1553"/>
              </a:lnSpc>
              <a:buNone/>
            </a:pPr>
            <a:r>
              <a:rPr dirty="0" sz="1294" lang="en-US">
                <a:solidFill>
                  <a:srgbClr val="C9D1D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Staging Area</a:t>
            </a:r>
            <a:endParaRPr dirty="0" sz="1294" lang="en-US"/>
          </a:p>
        </p:txBody>
      </p:sp>
      <p:sp>
        <p:nvSpPr>
          <p:cNvPr id="1048686" name="Text 26"/>
          <p:cNvSpPr/>
          <p:nvPr/>
        </p:nvSpPr>
        <p:spPr>
          <a:xfrm>
            <a:off x="3593306" y="2279526"/>
            <a:ext cx="1957387" cy="131549"/>
          </a:xfrm>
          <a:prstGeom prst="rect"/>
          <a:noFill/>
        </p:spPr>
        <p:txBody>
          <a:bodyPr anchor="t" bIns="0" lIns="0" rIns="0" rtlCol="0" tIns="0" wrap="none"/>
          <a:p>
            <a:pPr algn="l" indent="0" marL="0">
              <a:lnSpc>
                <a:spcPts val="742"/>
              </a:lnSpc>
              <a:buNone/>
            </a:pPr>
            <a:r>
              <a:rPr dirty="0" sz="800" kern="0" lang="en-US" spc="37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INDEX · SALA DE ESPERA</a:t>
            </a:r>
            <a:endParaRPr dirty="0" sz="800" lang="en-US"/>
          </a:p>
        </p:txBody>
      </p:sp>
      <p:sp>
        <p:nvSpPr>
          <p:cNvPr id="1048687" name="Text 27"/>
          <p:cNvSpPr/>
          <p:nvPr/>
        </p:nvSpPr>
        <p:spPr>
          <a:xfrm>
            <a:off x="3593306" y="2473747"/>
            <a:ext cx="1957388" cy="1437260"/>
          </a:xfrm>
          <a:prstGeom prst="rect"/>
          <a:noFill/>
        </p:spPr>
        <p:txBody>
          <a:bodyPr anchor="t" bIns="0" lIns="0" rIns="0" rtlCol="0" tIns="0" wrap="square">
            <a:normAutofit/>
          </a:bodyPr>
          <a:p>
            <a:pPr algn="l" indent="0" marL="0">
              <a:lnSpc>
                <a:spcPts val="1264"/>
              </a:lnSpc>
              <a:buNone/>
            </a:pPr>
            <a:r>
              <a:rPr dirty="0" sz="816" lang="en-US">
                <a:solidFill>
                  <a:srgbClr val="C9D1D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La “sala de espera” del próximo commit. Seleccionas qué cambios entran.</a:t>
            </a:r>
            <a:endParaRPr dirty="0" sz="816" lang="en-US"/>
          </a:p>
        </p:txBody>
      </p:sp>
      <p:sp>
        <p:nvSpPr>
          <p:cNvPr id="1048688" name="Text 28"/>
          <p:cNvSpPr/>
          <p:nvPr/>
        </p:nvSpPr>
        <p:spPr>
          <a:xfrm>
            <a:off x="3570446" y="3925637"/>
            <a:ext cx="892254" cy="279206"/>
          </a:xfrm>
          <a:prstGeom prst="roundRect">
            <a:avLst>
              <a:gd name="adj" fmla="val 20469"/>
            </a:avLst>
          </a:prstGeom>
          <a:solidFill>
            <a:srgbClr val="0D1117"/>
          </a:solidFill>
          <a:ln w="7144">
            <a:solidFill>
              <a:srgbClr val="30363D"/>
            </a:solidFill>
            <a:prstDash val="solid"/>
          </a:ln>
        </p:spPr>
        <p:txBody>
          <a:bodyPr anchor="ctr" rtlCol="0" wrap="square"/>
          <a:p>
            <a:pPr indent="0" marL="0">
              <a:buNone/>
            </a:pPr>
            <a:endParaRPr dirty="0" lang="en-US"/>
          </a:p>
        </p:txBody>
      </p:sp>
      <p:sp>
        <p:nvSpPr>
          <p:cNvPr id="1048689" name="Text 29"/>
          <p:cNvSpPr/>
          <p:nvPr/>
        </p:nvSpPr>
        <p:spPr>
          <a:xfrm>
            <a:off x="3944400" y="4002732"/>
            <a:ext cx="405093" cy="143490"/>
          </a:xfrm>
          <a:prstGeom prst="rect"/>
          <a:noFill/>
        </p:spPr>
        <p:txBody>
          <a:bodyPr anchor="t" bIns="0" lIns="0" rIns="0" rtlCol="0" tIns="0" wrap="none"/>
          <a:p>
            <a:pPr algn="l" indent="0" marL="0">
              <a:lnSpc>
                <a:spcPts val="1097"/>
              </a:lnSpc>
              <a:buNone/>
            </a:pPr>
            <a:r>
              <a:rPr dirty="0" sz="731" lang="en-US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add</a:t>
            </a:r>
            <a:endParaRPr dirty="0" sz="731" lang="en-US"/>
          </a:p>
        </p:txBody>
      </p:sp>
      <p:sp>
        <p:nvSpPr>
          <p:cNvPr id="1048690" name="Text 30"/>
          <p:cNvSpPr/>
          <p:nvPr/>
        </p:nvSpPr>
        <p:spPr>
          <a:xfrm>
            <a:off x="3700463" y="4015234"/>
            <a:ext cx="100013" cy="100013"/>
          </a:xfrm>
          <a:prstGeom prst="rect"/>
          <a:noFill/>
        </p:spPr>
        <p:txBody>
          <a:bodyPr anchor="ctr" bIns="0" lIns="0" rIns="0" rtlCol="0" tIns="0" wrap="none"/>
          <a:p>
            <a:pPr algn="ctr" indent="0" marL="0">
              <a:buNone/>
            </a:pPr>
            <a:r>
              <a:rPr dirty="0" sz="984" lang="en-US">
                <a:solidFill>
                  <a:srgbClr val="8B949E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⊕</a:t>
            </a:r>
            <a:endParaRPr dirty="0" sz="984" lang="en-US"/>
          </a:p>
        </p:txBody>
      </p:sp>
      <p:sp>
        <p:nvSpPr>
          <p:cNvPr id="1048691" name="Text 31"/>
          <p:cNvSpPr/>
          <p:nvPr/>
        </p:nvSpPr>
        <p:spPr>
          <a:xfrm>
            <a:off x="3857625" y="3995589"/>
            <a:ext cx="475059" cy="139303"/>
          </a:xfrm>
          <a:prstGeom prst="rect"/>
          <a:noFill/>
        </p:spPr>
        <p:txBody>
          <a:bodyPr anchor="t" bIns="0" lIns="0" rIns="0" rtlCol="0" tIns="0" wrap="none"/>
          <a:p>
            <a:pPr algn="l" indent="0" marL="0">
              <a:lnSpc>
                <a:spcPts val="1097"/>
              </a:lnSpc>
              <a:buNone/>
            </a:pPr>
            <a:r>
              <a:rPr dirty="0" sz="800" lang="en-US">
                <a:solidFill>
                  <a:srgbClr val="F78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</a:t>
            </a:r>
            <a:endParaRPr dirty="0" sz="800" lang="en-US"/>
          </a:p>
        </p:txBody>
      </p:sp>
      <p:sp>
        <p:nvSpPr>
          <p:cNvPr id="1048692" name="Text 32"/>
          <p:cNvSpPr/>
          <p:nvPr/>
        </p:nvSpPr>
        <p:spPr>
          <a:xfrm>
            <a:off x="5722166" y="2785607"/>
            <a:ext cx="614206" cy="196025"/>
          </a:xfrm>
          <a:prstGeom prst="roundRect">
            <a:avLst>
              <a:gd name="adj" fmla="val 19436"/>
            </a:avLst>
          </a:prstGeom>
          <a:solidFill>
            <a:srgbClr val="58A6FF">
              <a:alpha val="8000"/>
            </a:srgbClr>
          </a:solidFill>
          <a:ln w="7144">
            <a:solidFill>
              <a:srgbClr val="58A6FF"/>
            </a:solidFill>
            <a:prstDash val="solid"/>
          </a:ln>
        </p:spPr>
        <p:txBody>
          <a:bodyPr anchor="ctr" rtlCol="0" wrap="square"/>
          <a:p>
            <a:pPr indent="0" marL="0">
              <a:buNone/>
            </a:pPr>
            <a:endParaRPr dirty="0" lang="en-US"/>
          </a:p>
        </p:txBody>
      </p:sp>
      <p:sp>
        <p:nvSpPr>
          <p:cNvPr id="1048693" name="Text 33"/>
          <p:cNvSpPr/>
          <p:nvPr/>
        </p:nvSpPr>
        <p:spPr>
          <a:xfrm>
            <a:off x="5714167" y="2796108"/>
            <a:ext cx="630204" cy="175022"/>
          </a:xfrm>
          <a:prstGeom prst="rect"/>
          <a:noFill/>
        </p:spPr>
        <p:txBody>
          <a:bodyPr anchor="ctr" bIns="0" lIns="0" rIns="0" rtlCol="0" tIns="0" wrap="none"/>
          <a:p>
            <a:pPr algn="ctr" indent="0" marL="0">
              <a:lnSpc>
                <a:spcPts val="928"/>
              </a:lnSpc>
              <a:buNone/>
            </a:pPr>
            <a:r>
              <a:rPr dirty="0" sz="800" kern="0" lang="en-US" spc="37">
                <a:solidFill>
                  <a:srgbClr val="58A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commit</a:t>
            </a:r>
            <a:endParaRPr dirty="0" sz="800" lang="en-US"/>
          </a:p>
        </p:txBody>
      </p:sp>
      <p:sp>
        <p:nvSpPr>
          <p:cNvPr id="1048694" name="Text 34"/>
          <p:cNvSpPr/>
          <p:nvPr/>
        </p:nvSpPr>
        <p:spPr>
          <a:xfrm>
            <a:off x="5929313" y="3028280"/>
            <a:ext cx="200025" cy="200025"/>
          </a:xfrm>
          <a:prstGeom prst="rect"/>
          <a:noFill/>
        </p:spPr>
        <p:txBody>
          <a:bodyPr anchor="ctr" bIns="0" lIns="0" rIns="0" rtlCol="0" tIns="0" wrap="none"/>
          <a:p>
            <a:pPr algn="ctr" indent="0" marL="0">
              <a:buNone/>
            </a:pPr>
            <a:r>
              <a:rPr dirty="0" sz="1969" lang="en-US">
                <a:solidFill>
                  <a:srgbClr val="58A6F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→</a:t>
            </a:r>
            <a:endParaRPr dirty="0" sz="1969" lang="en-US"/>
          </a:p>
        </p:txBody>
      </p:sp>
      <p:sp>
        <p:nvSpPr>
          <p:cNvPr id="1048695" name="Text 35"/>
          <p:cNvSpPr/>
          <p:nvPr/>
        </p:nvSpPr>
        <p:spPr>
          <a:xfrm>
            <a:off x="5849459" y="3285455"/>
            <a:ext cx="453969" cy="164592"/>
          </a:xfrm>
          <a:prstGeom prst="rect"/>
          <a:noFill/>
        </p:spPr>
        <p:txBody>
          <a:bodyPr anchor="t" bIns="0" lIns="0" rIns="0" rtlCol="0" tIns="0" wrap="square"/>
          <a:p>
            <a:pPr algn="l" indent="0" marL="0">
              <a:lnSpc>
                <a:spcPts val="844"/>
              </a:lnSpc>
              <a:buNone/>
            </a:pPr>
            <a:r>
              <a:rPr dirty="0" sz="800" kern="0" lang="en-US" spc="23">
                <a:solidFill>
                  <a:srgbClr val="8B949E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02 → 03</a:t>
            </a:r>
            <a:endParaRPr dirty="0" sz="800" lang="en-US"/>
          </a:p>
        </p:txBody>
      </p:sp>
      <p:sp>
        <p:nvSpPr>
          <p:cNvPr id="1048696" name="Text 36"/>
          <p:cNvSpPr/>
          <p:nvPr/>
        </p:nvSpPr>
        <p:spPr>
          <a:xfrm>
            <a:off x="6347222" y="1421606"/>
            <a:ext cx="2278856" cy="2916882"/>
          </a:xfrm>
          <a:prstGeom prst="roundRect">
            <a:avLst>
              <a:gd name="adj" fmla="val 5016"/>
            </a:avLst>
          </a:prstGeom>
          <a:solidFill>
            <a:srgbClr val="161B22"/>
          </a:solidFill>
          <a:ln w="7144">
            <a:solidFill>
              <a:srgbClr val="30363D"/>
            </a:solidFill>
            <a:prstDash val="solid"/>
          </a:ln>
        </p:spPr>
        <p:txBody>
          <a:bodyPr anchor="ctr" rtlCol="0" wrap="square"/>
          <a:p>
            <a:pPr indent="0" marL="0">
              <a:buNone/>
            </a:pPr>
            <a:endParaRPr dirty="0" lang="en-US"/>
          </a:p>
        </p:txBody>
      </p:sp>
      <p:sp>
        <p:nvSpPr>
          <p:cNvPr id="1048697" name="Text 37"/>
          <p:cNvSpPr/>
          <p:nvPr/>
        </p:nvSpPr>
        <p:spPr>
          <a:xfrm>
            <a:off x="6507956" y="1582341"/>
            <a:ext cx="357188" cy="357188"/>
          </a:xfrm>
          <a:prstGeom prst="roundRect">
            <a:avLst>
              <a:gd name="adj" fmla="val 26667"/>
            </a:avLst>
          </a:prstGeom>
          <a:solidFill>
            <a:srgbClr val="2DA44E"/>
          </a:solidFill>
        </p:spPr>
        <p:txBody>
          <a:bodyPr anchor="ctr" rtlCol="0" wrap="square"/>
          <a:p>
            <a:pPr indent="0" marL="0">
              <a:buNone/>
            </a:pPr>
            <a:endParaRPr dirty="0" lang="en-US"/>
          </a:p>
        </p:txBody>
      </p:sp>
      <p:sp>
        <p:nvSpPr>
          <p:cNvPr id="1048698" name="Text 38"/>
          <p:cNvSpPr/>
          <p:nvPr/>
        </p:nvSpPr>
        <p:spPr>
          <a:xfrm>
            <a:off x="6507956" y="1582341"/>
            <a:ext cx="1785938" cy="357188"/>
          </a:xfrm>
          <a:prstGeom prst="rect"/>
          <a:noFill/>
        </p:spPr>
        <p:txBody>
          <a:bodyPr anchor="ctr" bIns="0" lIns="0" rIns="0" rtlCol="0" tIns="0" wrap="none"/>
          <a:p>
            <a:pPr algn="ctr" indent="0" marL="0">
              <a:lnSpc>
                <a:spcPts val="1519"/>
              </a:lnSpc>
              <a:buNone/>
            </a:pPr>
            <a:r>
              <a:rPr b="1" dirty="0" sz="1013" lang="en-US">
                <a:solidFill>
                  <a:srgbClr val="0D111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03</a:t>
            </a:r>
            <a:endParaRPr dirty="0" sz="1013" lang="en-US"/>
          </a:p>
        </p:txBody>
      </p:sp>
      <p:sp>
        <p:nvSpPr>
          <p:cNvPr id="1048699" name="Text 39"/>
          <p:cNvSpPr/>
          <p:nvPr/>
        </p:nvSpPr>
        <p:spPr>
          <a:xfrm>
            <a:off x="8308181" y="1582341"/>
            <a:ext cx="157163" cy="157163"/>
          </a:xfrm>
          <a:prstGeom prst="rect"/>
          <a:noFill/>
        </p:spPr>
        <p:txBody>
          <a:bodyPr anchor="ctr" bIns="0" lIns="0" rIns="0" rtlCol="0" tIns="0" wrap="none"/>
          <a:p>
            <a:pPr algn="ctr" indent="0" marL="0">
              <a:buNone/>
            </a:pPr>
            <a:r>
              <a:rPr dirty="0" sz="1547" lang="en-US">
                <a:solidFill>
                  <a:srgbClr val="8B949E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dirty="0" sz="1547" lang="en-US"/>
          </a:p>
        </p:txBody>
      </p:sp>
      <p:sp>
        <p:nvSpPr>
          <p:cNvPr id="1048700" name="Text 40"/>
          <p:cNvSpPr/>
          <p:nvPr/>
        </p:nvSpPr>
        <p:spPr>
          <a:xfrm>
            <a:off x="6507956" y="2032397"/>
            <a:ext cx="1319319" cy="223742"/>
          </a:xfrm>
          <a:prstGeom prst="rect"/>
          <a:noFill/>
        </p:spPr>
        <p:txBody>
          <a:bodyPr anchor="t" bIns="0" lIns="0" rIns="0" rtlCol="0" tIns="0" wrap="square"/>
          <a:p>
            <a:pPr algn="l" indent="0" marL="0">
              <a:lnSpc>
                <a:spcPts val="1553"/>
              </a:lnSpc>
              <a:buNone/>
            </a:pPr>
            <a:r>
              <a:rPr dirty="0" sz="1294" lang="en-US">
                <a:solidFill>
                  <a:srgbClr val="C9D1D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Repository (.git)</a:t>
            </a:r>
            <a:endParaRPr dirty="0" sz="1294" lang="en-US"/>
          </a:p>
        </p:txBody>
      </p:sp>
      <p:sp>
        <p:nvSpPr>
          <p:cNvPr id="1048701" name="Text 41"/>
          <p:cNvSpPr/>
          <p:nvPr/>
        </p:nvSpPr>
        <p:spPr>
          <a:xfrm>
            <a:off x="6507956" y="2279526"/>
            <a:ext cx="2067115" cy="131549"/>
          </a:xfrm>
          <a:prstGeom prst="rect"/>
          <a:noFill/>
        </p:spPr>
        <p:txBody>
          <a:bodyPr anchor="t" bIns="0" lIns="0" rIns="0" rtlCol="0" tIns="0" wrap="square"/>
          <a:p>
            <a:pPr algn="l" indent="0" marL="0">
              <a:lnSpc>
                <a:spcPts val="742"/>
              </a:lnSpc>
              <a:buNone/>
            </a:pPr>
            <a:r>
              <a:rPr dirty="0" sz="800" kern="0" lang="en-US" spc="37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COMMITS · HISTORIA FIRMADA</a:t>
            </a:r>
            <a:endParaRPr dirty="0" sz="800" lang="en-US"/>
          </a:p>
        </p:txBody>
      </p:sp>
      <p:sp>
        <p:nvSpPr>
          <p:cNvPr id="1048702" name="Text 42"/>
          <p:cNvSpPr/>
          <p:nvPr/>
        </p:nvSpPr>
        <p:spPr>
          <a:xfrm>
            <a:off x="6507956" y="2473747"/>
            <a:ext cx="1957388" cy="1437260"/>
          </a:xfrm>
          <a:prstGeom prst="rect"/>
          <a:noFill/>
        </p:spPr>
        <p:txBody>
          <a:bodyPr anchor="t" bIns="0" lIns="0" rIns="0" rtlCol="0" tIns="0" wrap="square">
            <a:normAutofit/>
          </a:bodyPr>
          <a:p>
            <a:pPr algn="l" indent="0" marL="0">
              <a:lnSpc>
                <a:spcPts val="1264"/>
              </a:lnSpc>
              <a:buNone/>
            </a:pPr>
            <a:r>
              <a:rPr dirty="0" sz="816" lang="en-US">
                <a:solidFill>
                  <a:srgbClr val="C9D1D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Historia permanente de commits. Aquí viven tus snapshots firmados.</a:t>
            </a:r>
            <a:endParaRPr dirty="0" sz="816" lang="en-US"/>
          </a:p>
        </p:txBody>
      </p:sp>
      <p:sp>
        <p:nvSpPr>
          <p:cNvPr id="1048703" name="Text 43"/>
          <p:cNvSpPr/>
          <p:nvPr/>
        </p:nvSpPr>
        <p:spPr>
          <a:xfrm>
            <a:off x="6485096" y="3925637"/>
            <a:ext cx="1031558" cy="279206"/>
          </a:xfrm>
          <a:prstGeom prst="roundRect">
            <a:avLst>
              <a:gd name="adj" fmla="val 20469"/>
            </a:avLst>
          </a:prstGeom>
          <a:solidFill>
            <a:srgbClr val="0D1117"/>
          </a:solidFill>
          <a:ln w="7144">
            <a:solidFill>
              <a:srgbClr val="30363D"/>
            </a:solidFill>
            <a:prstDash val="solid"/>
          </a:ln>
        </p:spPr>
        <p:txBody>
          <a:bodyPr anchor="ctr" rtlCol="0" wrap="square"/>
          <a:p>
            <a:pPr indent="0" marL="0">
              <a:buNone/>
            </a:pPr>
            <a:endParaRPr dirty="0" lang="en-US"/>
          </a:p>
        </p:txBody>
      </p:sp>
      <p:sp>
        <p:nvSpPr>
          <p:cNvPr id="1048704" name="Text 44"/>
          <p:cNvSpPr/>
          <p:nvPr/>
        </p:nvSpPr>
        <p:spPr>
          <a:xfrm>
            <a:off x="6843225" y="4002732"/>
            <a:ext cx="576046" cy="143490"/>
          </a:xfrm>
          <a:prstGeom prst="rect"/>
          <a:noFill/>
        </p:spPr>
        <p:txBody>
          <a:bodyPr anchor="t" bIns="0" lIns="0" rIns="0" rtlCol="0" tIns="0" wrap="none"/>
          <a:p>
            <a:pPr algn="l" indent="0" marL="0">
              <a:lnSpc>
                <a:spcPts val="1097"/>
              </a:lnSpc>
              <a:buNone/>
            </a:pPr>
            <a:r>
              <a:rPr dirty="0" sz="731" lang="en-US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commit</a:t>
            </a:r>
            <a:endParaRPr dirty="0" sz="731" lang="en-US"/>
          </a:p>
        </p:txBody>
      </p:sp>
      <p:sp>
        <p:nvSpPr>
          <p:cNvPr id="1048705" name="Text 45"/>
          <p:cNvSpPr/>
          <p:nvPr/>
        </p:nvSpPr>
        <p:spPr>
          <a:xfrm>
            <a:off x="6615113" y="4015234"/>
            <a:ext cx="100013" cy="100013"/>
          </a:xfrm>
          <a:prstGeom prst="rect"/>
          <a:noFill/>
        </p:spPr>
        <p:txBody>
          <a:bodyPr anchor="ctr" bIns="0" lIns="0" rIns="0" rtlCol="0" tIns="0" wrap="none"/>
          <a:p>
            <a:pPr algn="ctr" indent="0" marL="0">
              <a:buNone/>
            </a:pPr>
            <a:r>
              <a:rPr dirty="0" sz="984" lang="en-US">
                <a:solidFill>
                  <a:srgbClr val="8B949E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endParaRPr dirty="0" sz="984" lang="en-US"/>
          </a:p>
        </p:txBody>
      </p:sp>
      <p:sp>
        <p:nvSpPr>
          <p:cNvPr id="1048706" name="Text 46"/>
          <p:cNvSpPr/>
          <p:nvPr/>
        </p:nvSpPr>
        <p:spPr>
          <a:xfrm>
            <a:off x="6772275" y="3995589"/>
            <a:ext cx="614363" cy="139303"/>
          </a:xfrm>
          <a:prstGeom prst="rect"/>
          <a:noFill/>
        </p:spPr>
        <p:txBody>
          <a:bodyPr anchor="t" bIns="0" lIns="0" rIns="0" rtlCol="0" tIns="0" wrap="none"/>
          <a:p>
            <a:pPr algn="l" indent="0" marL="0">
              <a:lnSpc>
                <a:spcPts val="1097"/>
              </a:lnSpc>
              <a:buNone/>
            </a:pPr>
            <a:r>
              <a:rPr dirty="0" sz="800" lang="en-US">
                <a:solidFill>
                  <a:srgbClr val="F78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</a:t>
            </a:r>
            <a:endParaRPr dirty="0" sz="800" lang="en-US"/>
          </a:p>
        </p:txBody>
      </p:sp>
      <p:sp>
        <p:nvSpPr>
          <p:cNvPr id="1048707" name="Shape 47"/>
          <p:cNvSpPr/>
          <p:nvPr/>
        </p:nvSpPr>
        <p:spPr>
          <a:xfrm>
            <a:off x="514350" y="4502795"/>
            <a:ext cx="8115300" cy="0"/>
          </a:xfrm>
          <a:prstGeom prst="line"/>
          <a:noFill/>
          <a:ln w="7144">
            <a:solidFill>
              <a:srgbClr val="30363D"/>
            </a:solidFill>
            <a:prstDash val="solid"/>
          </a:ln>
        </p:spPr>
      </p:sp>
      <p:sp>
        <p:nvSpPr>
          <p:cNvPr id="1048708" name="Text 48"/>
          <p:cNvSpPr/>
          <p:nvPr/>
        </p:nvSpPr>
        <p:spPr>
          <a:xfrm>
            <a:off x="514350" y="4624908"/>
            <a:ext cx="100013" cy="100013"/>
          </a:xfrm>
          <a:prstGeom prst="rect"/>
          <a:noFill/>
        </p:spPr>
        <p:txBody>
          <a:bodyPr anchor="ctr" bIns="0" lIns="0" rIns="0" rtlCol="0" tIns="0" wrap="none"/>
          <a:p>
            <a:pPr algn="ctr" indent="0" marL="0">
              <a:buNone/>
            </a:pPr>
            <a:r>
              <a:rPr dirty="0" sz="984" lang="en-US">
                <a:solidFill>
                  <a:srgbClr val="8B949E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⚙</a:t>
            </a:r>
            <a:endParaRPr dirty="0" sz="984" lang="en-US"/>
          </a:p>
        </p:txBody>
      </p:sp>
      <p:sp>
        <p:nvSpPr>
          <p:cNvPr id="1048709" name="Text 49"/>
          <p:cNvSpPr/>
          <p:nvPr/>
        </p:nvSpPr>
        <p:spPr>
          <a:xfrm>
            <a:off x="700088" y="4606379"/>
            <a:ext cx="7929563" cy="137071"/>
          </a:xfrm>
          <a:prstGeom prst="rect"/>
          <a:noFill/>
        </p:spPr>
        <p:txBody>
          <a:bodyPr anchor="t" bIns="0" lIns="0" rIns="0" rtlCol="0" tIns="0" wrap="square"/>
          <a:p>
            <a:pPr algn="l" indent="0" marL="0">
              <a:lnSpc>
                <a:spcPts val="1080"/>
              </a:lnSpc>
              <a:buNone/>
            </a:pPr>
            <a:r>
              <a:rPr dirty="0" sz="800" lang="en-US">
                <a:solidFill>
                  <a:srgbClr val="58A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checkout</a:t>
            </a:r>
            <a:r>
              <a:rPr dirty="0" sz="800" lang="en-US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mueve datos de </a:t>
            </a:r>
            <a:r>
              <a:rPr dirty="0" sz="800" lang="en-US">
                <a:solidFill>
                  <a:srgbClr val="2DA44E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03</a:t>
            </a:r>
            <a:r>
              <a:rPr dirty="0" sz="800" lang="en-US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→ </a:t>
            </a:r>
            <a:r>
              <a:rPr dirty="0" sz="800" lang="en-US">
                <a:solidFill>
                  <a:srgbClr val="F78166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01</a:t>
            </a:r>
            <a:r>
              <a:rPr dirty="0" sz="800" lang="en-US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· </a:t>
            </a:r>
            <a:r>
              <a:rPr dirty="0" sz="800" lang="en-US">
                <a:solidFill>
                  <a:srgbClr val="58A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reset</a:t>
            </a:r>
            <a:r>
              <a:rPr dirty="0" sz="800" lang="en-US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ajusta el índice</a:t>
            </a:r>
            <a:endParaRPr dirty="0" sz="800" lang="en-US"/>
          </a:p>
        </p:txBody>
      </p:sp>
    </p:spTree>
  </p:cSld>
  <p:clrMapOvr>
    <a:masterClrMapping/>
  </p:clrMapOvr>
  <p:timing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117"/>
        </a:solidFill>
        <a:effectLst/>
      </p:bgPr>
    </p:bg>
    <p:spTree>
      <p:nvGrpSpPr>
        <p:cNvPr id="2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13" name="Text 0"/>
          <p:cNvSpPr/>
          <p:nvPr/>
        </p:nvSpPr>
        <p:spPr>
          <a:xfrm>
            <a:off x="491490" y="388691"/>
            <a:ext cx="1102102" cy="212027"/>
          </a:xfrm>
          <a:prstGeom prst="roundRect">
            <a:avLst>
              <a:gd name="adj" fmla="val 4487860"/>
            </a:avLst>
          </a:prstGeom>
          <a:solidFill>
            <a:srgbClr val="58A6FF">
              <a:alpha val="8000"/>
            </a:srgbClr>
          </a:solidFill>
          <a:ln w="7144">
            <a:solidFill>
              <a:srgbClr val="58A6FF"/>
            </a:solidFill>
            <a:prstDash val="solid"/>
          </a:ln>
        </p:spPr>
        <p:txBody>
          <a:bodyPr anchor="ctr" rtlCol="0" wrap="square"/>
          <a:p>
            <a:pPr indent="0" marL="0">
              <a:buNone/>
            </a:pPr>
            <a:endParaRPr dirty="0" lang="en-US"/>
          </a:p>
        </p:txBody>
      </p:sp>
      <p:sp>
        <p:nvSpPr>
          <p:cNvPr id="1048714" name="Text 1"/>
          <p:cNvSpPr/>
          <p:nvPr/>
        </p:nvSpPr>
        <p:spPr>
          <a:xfrm>
            <a:off x="514350" y="400050"/>
            <a:ext cx="1056382" cy="189309"/>
          </a:xfrm>
          <a:prstGeom prst="rect"/>
          <a:noFill/>
        </p:spPr>
        <p:txBody>
          <a:bodyPr anchor="ctr" bIns="0" lIns="0" rIns="0" rtlCol="0" tIns="0" wrap="none"/>
          <a:p>
            <a:pPr algn="ctr" indent="0" marL="0">
              <a:lnSpc>
                <a:spcPts val="928"/>
              </a:lnSpc>
              <a:buNone/>
            </a:pPr>
            <a:r>
              <a:rPr dirty="0" sz="800" kern="0" lang="en-US" spc="25">
                <a:solidFill>
                  <a:srgbClr val="58A6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DEMO EN </a:t>
            </a:r>
            <a:r>
              <a:rPr dirty="0" sz="800" kern="0" lang="en-US" spc="25" smtClean="0">
                <a:solidFill>
                  <a:srgbClr val="58A6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VIVO</a:t>
            </a:r>
            <a:endParaRPr dirty="0" sz="800" lang="en-US"/>
          </a:p>
        </p:txBody>
      </p:sp>
      <p:sp>
        <p:nvSpPr>
          <p:cNvPr id="1048715" name="Text 2"/>
          <p:cNvSpPr/>
          <p:nvPr/>
        </p:nvSpPr>
        <p:spPr>
          <a:xfrm>
            <a:off x="514350" y="675084"/>
            <a:ext cx="4848709" cy="314017"/>
          </a:xfrm>
          <a:prstGeom prst="rect"/>
          <a:noFill/>
        </p:spPr>
        <p:txBody>
          <a:bodyPr anchor="t" bIns="0" lIns="0" rIns="0" rtlCol="0" tIns="0" wrap="square">
            <a:normAutofit/>
          </a:bodyPr>
          <a:p>
            <a:pPr algn="l" indent="0" marL="0">
              <a:lnSpc>
                <a:spcPts val="2351"/>
              </a:lnSpc>
              <a:buNone/>
            </a:pPr>
            <a:r>
              <a:rPr b="1" dirty="0" sz="2138" kern="0" lang="en-US" spc="-32">
                <a:solidFill>
                  <a:srgbClr val="C9D1D9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Demo #1 · Crear repo y primer commit</a:t>
            </a:r>
            <a:endParaRPr dirty="0" sz="2138" lang="en-US"/>
          </a:p>
        </p:txBody>
      </p:sp>
      <p:sp>
        <p:nvSpPr>
          <p:cNvPr id="1048716" name="Text 3"/>
          <p:cNvSpPr/>
          <p:nvPr/>
        </p:nvSpPr>
        <p:spPr>
          <a:xfrm>
            <a:off x="514350" y="1016533"/>
            <a:ext cx="4407917" cy="173593"/>
          </a:xfrm>
          <a:prstGeom prst="rect"/>
          <a:noFill/>
        </p:spPr>
        <p:txBody>
          <a:bodyPr anchor="t" bIns="0" lIns="0" rIns="0" rtlCol="0" tIns="0" wrap="square"/>
          <a:p>
            <a:pPr algn="l" indent="0" marL="0">
              <a:lnSpc>
                <a:spcPts val="1266"/>
              </a:lnSpc>
              <a:buNone/>
            </a:pPr>
            <a:r>
              <a:rPr dirty="0" sz="844" lang="en-US">
                <a:solidFill>
                  <a:srgbClr val="8B949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El profesor ejecuta estos comandos en su terminal.</a:t>
            </a:r>
            <a:endParaRPr dirty="0" sz="844" lang="en-US"/>
          </a:p>
        </p:txBody>
      </p:sp>
      <p:sp>
        <p:nvSpPr>
          <p:cNvPr id="1048717" name="Text 6"/>
          <p:cNvSpPr/>
          <p:nvPr/>
        </p:nvSpPr>
        <p:spPr>
          <a:xfrm>
            <a:off x="514350" y="1340681"/>
            <a:ext cx="100013" cy="100013"/>
          </a:xfrm>
          <a:prstGeom prst="rect"/>
          <a:noFill/>
        </p:spPr>
        <p:txBody>
          <a:bodyPr anchor="ctr" bIns="0" lIns="0" rIns="0" rtlCol="0" tIns="0" wrap="none"/>
          <a:p>
            <a:pPr algn="ctr" indent="0" marL="0">
              <a:buNone/>
            </a:pPr>
            <a:r>
              <a:rPr dirty="0" sz="984" lang="en-US">
                <a:solidFill>
                  <a:srgbClr val="58A6F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☰</a:t>
            </a:r>
            <a:endParaRPr dirty="0" sz="984" lang="en-US"/>
          </a:p>
        </p:txBody>
      </p:sp>
      <p:sp>
        <p:nvSpPr>
          <p:cNvPr id="1048718" name="Text 7"/>
          <p:cNvSpPr/>
          <p:nvPr/>
        </p:nvSpPr>
        <p:spPr>
          <a:xfrm>
            <a:off x="671513" y="1334430"/>
            <a:ext cx="820755" cy="164592"/>
          </a:xfrm>
          <a:prstGeom prst="rect"/>
          <a:noFill/>
        </p:spPr>
        <p:txBody>
          <a:bodyPr anchor="t" bIns="0" lIns="0" rIns="0" rtlCol="0" tIns="0" wrap="none"/>
          <a:p>
            <a:pPr algn="l" indent="0" marL="0">
              <a:lnSpc>
                <a:spcPts val="886"/>
              </a:lnSpc>
              <a:buNone/>
            </a:pPr>
            <a:r>
              <a:rPr dirty="0" sz="600" kern="0" lang="en-US" spc="71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PASOS DEL DEMO</a:t>
            </a:r>
            <a:endParaRPr dirty="0" sz="600" lang="en-US"/>
          </a:p>
        </p:txBody>
      </p:sp>
      <p:sp>
        <p:nvSpPr>
          <p:cNvPr id="1048719" name="Text 8"/>
          <p:cNvSpPr/>
          <p:nvPr/>
        </p:nvSpPr>
        <p:spPr>
          <a:xfrm>
            <a:off x="1379748" y="1387115"/>
            <a:ext cx="2312119" cy="7144"/>
          </a:xfrm>
          <a:prstGeom prst="rect"/>
          <a:solidFill>
            <a:srgbClr val="30363D"/>
          </a:solidFill>
        </p:spPr>
        <p:txBody>
          <a:bodyPr anchor="ctr" rtlCol="0" wrap="square"/>
          <a:p>
            <a:pPr indent="0" marL="0">
              <a:buNone/>
            </a:pPr>
            <a:endParaRPr dirty="0" lang="en-US"/>
          </a:p>
        </p:txBody>
      </p:sp>
      <p:sp>
        <p:nvSpPr>
          <p:cNvPr id="1048720" name="Text 9"/>
          <p:cNvSpPr/>
          <p:nvPr/>
        </p:nvSpPr>
        <p:spPr>
          <a:xfrm>
            <a:off x="517922" y="1521954"/>
            <a:ext cx="3170374" cy="3217925"/>
          </a:xfrm>
          <a:prstGeom prst="roundRect">
            <a:avLst>
              <a:gd name="adj" fmla="val 3605"/>
            </a:avLst>
          </a:prstGeom>
          <a:solidFill>
            <a:srgbClr val="161B22"/>
          </a:solidFill>
          <a:ln w="7144">
            <a:solidFill>
              <a:srgbClr val="30363D"/>
            </a:solidFill>
            <a:prstDash val="solid"/>
          </a:ln>
        </p:spPr>
        <p:txBody>
          <a:bodyPr anchor="ctr" rtlCol="0" wrap="square"/>
          <a:p>
            <a:pPr indent="0" marL="0">
              <a:buNone/>
            </a:pPr>
            <a:endParaRPr dirty="0" lang="en-US"/>
          </a:p>
        </p:txBody>
      </p:sp>
      <p:sp>
        <p:nvSpPr>
          <p:cNvPr id="1048721" name="Shape 10"/>
          <p:cNvSpPr/>
          <p:nvPr/>
        </p:nvSpPr>
        <p:spPr>
          <a:xfrm>
            <a:off x="678656" y="2759273"/>
            <a:ext cx="2848905" cy="0"/>
          </a:xfrm>
          <a:prstGeom prst="line"/>
          <a:noFill/>
          <a:ln w="7144">
            <a:solidFill>
              <a:srgbClr val="30363D"/>
            </a:solidFill>
            <a:prstDash val="solid"/>
          </a:ln>
        </p:spPr>
      </p:sp>
      <p:sp>
        <p:nvSpPr>
          <p:cNvPr id="1048722" name="Text 11"/>
          <p:cNvSpPr/>
          <p:nvPr/>
        </p:nvSpPr>
        <p:spPr>
          <a:xfrm>
            <a:off x="678656" y="2491271"/>
            <a:ext cx="434340" cy="164418"/>
          </a:xfrm>
          <a:prstGeom prst="rect"/>
          <a:noFill/>
        </p:spPr>
        <p:txBody>
          <a:bodyPr anchor="t" bIns="0" lIns="0" rIns="0" rtlCol="0" tIns="0" wrap="none"/>
          <a:p>
            <a:pPr algn="l" indent="0" marL="0">
              <a:lnSpc>
                <a:spcPts val="1238"/>
              </a:lnSpc>
              <a:buNone/>
            </a:pPr>
            <a:r>
              <a:rPr b="1" dirty="0" sz="1238" lang="en-US">
                <a:solidFill>
                  <a:srgbClr val="58A6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01</a:t>
            </a:r>
            <a:endParaRPr dirty="0" sz="1238" lang="en-US"/>
          </a:p>
        </p:txBody>
      </p:sp>
      <p:sp>
        <p:nvSpPr>
          <p:cNvPr id="1048723" name="Text 12"/>
          <p:cNvSpPr/>
          <p:nvPr/>
        </p:nvSpPr>
        <p:spPr>
          <a:xfrm>
            <a:off x="1064419" y="2491271"/>
            <a:ext cx="2463143" cy="164418"/>
          </a:xfrm>
          <a:prstGeom prst="rect"/>
          <a:noFill/>
        </p:spPr>
        <p:txBody>
          <a:bodyPr anchor="t" bIns="0" lIns="0" rIns="0" rtlCol="0" tIns="14288" wrap="square"/>
          <a:p>
            <a:pPr algn="l" indent="0" marL="0">
              <a:lnSpc>
                <a:spcPts val="1183"/>
              </a:lnSpc>
              <a:buNone/>
            </a:pPr>
            <a:r>
              <a:rPr dirty="0" sz="816" lang="en-US">
                <a:solidFill>
                  <a:srgbClr val="C9D1D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Crear carpeta e </a:t>
            </a:r>
            <a:r>
              <a:rPr dirty="0" sz="800" lang="en-US">
                <a:solidFill>
                  <a:srgbClr val="F78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inicializar Git</a:t>
            </a:r>
            <a:endParaRPr dirty="0" sz="816" lang="en-US"/>
          </a:p>
        </p:txBody>
      </p:sp>
      <p:sp>
        <p:nvSpPr>
          <p:cNvPr id="1048724" name="Shape 13"/>
          <p:cNvSpPr/>
          <p:nvPr/>
        </p:nvSpPr>
        <p:spPr>
          <a:xfrm>
            <a:off x="678656" y="3130860"/>
            <a:ext cx="2848905" cy="0"/>
          </a:xfrm>
          <a:prstGeom prst="line"/>
          <a:noFill/>
          <a:ln w="7144">
            <a:solidFill>
              <a:srgbClr val="30363D"/>
            </a:solidFill>
            <a:prstDash val="solid"/>
          </a:ln>
        </p:spPr>
      </p:sp>
      <p:sp>
        <p:nvSpPr>
          <p:cNvPr id="1048725" name="Text 14"/>
          <p:cNvSpPr/>
          <p:nvPr/>
        </p:nvSpPr>
        <p:spPr>
          <a:xfrm>
            <a:off x="678656" y="2862858"/>
            <a:ext cx="434340" cy="164418"/>
          </a:xfrm>
          <a:prstGeom prst="rect"/>
          <a:noFill/>
        </p:spPr>
        <p:txBody>
          <a:bodyPr anchor="t" bIns="0" lIns="0" rIns="0" rtlCol="0" tIns="0" wrap="none"/>
          <a:p>
            <a:pPr algn="l" indent="0" marL="0">
              <a:lnSpc>
                <a:spcPts val="1238"/>
              </a:lnSpc>
              <a:buNone/>
            </a:pPr>
            <a:r>
              <a:rPr b="1" dirty="0" sz="1238" lang="en-US">
                <a:solidFill>
                  <a:srgbClr val="58A6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02</a:t>
            </a:r>
            <a:endParaRPr dirty="0" sz="1238" lang="en-US"/>
          </a:p>
        </p:txBody>
      </p:sp>
      <p:sp>
        <p:nvSpPr>
          <p:cNvPr id="1048726" name="Text 15"/>
          <p:cNvSpPr/>
          <p:nvPr/>
        </p:nvSpPr>
        <p:spPr>
          <a:xfrm>
            <a:off x="1064419" y="2862858"/>
            <a:ext cx="2463143" cy="164418"/>
          </a:xfrm>
          <a:prstGeom prst="rect"/>
          <a:noFill/>
        </p:spPr>
        <p:txBody>
          <a:bodyPr anchor="t" bIns="0" lIns="0" rIns="0" rtlCol="0" tIns="14288" wrap="square"/>
          <a:p>
            <a:pPr algn="l" indent="0" marL="0">
              <a:lnSpc>
                <a:spcPts val="1183"/>
              </a:lnSpc>
              <a:buNone/>
            </a:pPr>
            <a:r>
              <a:rPr dirty="0" sz="816" lang="en-US">
                <a:solidFill>
                  <a:srgbClr val="C9D1D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Verificar estado con </a:t>
            </a:r>
            <a:r>
              <a:rPr dirty="0" sz="800" lang="en-US">
                <a:solidFill>
                  <a:srgbClr val="58A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status</a:t>
            </a:r>
            <a:endParaRPr dirty="0" sz="816" lang="en-US"/>
          </a:p>
        </p:txBody>
      </p:sp>
      <p:sp>
        <p:nvSpPr>
          <p:cNvPr id="1048727" name="Shape 16"/>
          <p:cNvSpPr/>
          <p:nvPr/>
        </p:nvSpPr>
        <p:spPr>
          <a:xfrm>
            <a:off x="678656" y="3502447"/>
            <a:ext cx="2848905" cy="0"/>
          </a:xfrm>
          <a:prstGeom prst="line"/>
          <a:noFill/>
          <a:ln w="7144">
            <a:solidFill>
              <a:srgbClr val="30363D"/>
            </a:solidFill>
            <a:prstDash val="solid"/>
          </a:ln>
        </p:spPr>
      </p:sp>
      <p:sp>
        <p:nvSpPr>
          <p:cNvPr id="1048728" name="Text 17"/>
          <p:cNvSpPr/>
          <p:nvPr/>
        </p:nvSpPr>
        <p:spPr>
          <a:xfrm>
            <a:off x="678656" y="3234444"/>
            <a:ext cx="434340" cy="164418"/>
          </a:xfrm>
          <a:prstGeom prst="rect"/>
          <a:noFill/>
        </p:spPr>
        <p:txBody>
          <a:bodyPr anchor="t" bIns="0" lIns="0" rIns="0" rtlCol="0" tIns="0" wrap="none"/>
          <a:p>
            <a:pPr algn="l" indent="0" marL="0">
              <a:lnSpc>
                <a:spcPts val="1238"/>
              </a:lnSpc>
              <a:buNone/>
            </a:pPr>
            <a:r>
              <a:rPr b="1" dirty="0" sz="1238" lang="en-US">
                <a:solidFill>
                  <a:srgbClr val="58A6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03</a:t>
            </a:r>
            <a:endParaRPr dirty="0" sz="1238" lang="en-US"/>
          </a:p>
        </p:txBody>
      </p:sp>
      <p:sp>
        <p:nvSpPr>
          <p:cNvPr id="1048729" name="Text 18"/>
          <p:cNvSpPr/>
          <p:nvPr/>
        </p:nvSpPr>
        <p:spPr>
          <a:xfrm>
            <a:off x="1064419" y="3234444"/>
            <a:ext cx="2463143" cy="164418"/>
          </a:xfrm>
          <a:prstGeom prst="rect"/>
          <a:noFill/>
        </p:spPr>
        <p:txBody>
          <a:bodyPr anchor="t" bIns="0" lIns="0" rIns="0" rtlCol="0" tIns="14288" wrap="square"/>
          <a:p>
            <a:pPr algn="l" indent="0" marL="0">
              <a:lnSpc>
                <a:spcPts val="1183"/>
              </a:lnSpc>
              <a:buNone/>
            </a:pPr>
            <a:r>
              <a:rPr dirty="0" sz="816" lang="en-US">
                <a:solidFill>
                  <a:srgbClr val="C9D1D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Añadir archivo al </a:t>
            </a:r>
            <a:r>
              <a:rPr dirty="0" sz="800" lang="en-US">
                <a:solidFill>
                  <a:srgbClr val="58A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staging</a:t>
            </a:r>
            <a:endParaRPr dirty="0" sz="816" lang="en-US"/>
          </a:p>
        </p:txBody>
      </p:sp>
      <p:sp>
        <p:nvSpPr>
          <p:cNvPr id="1048730" name="Text 19"/>
          <p:cNvSpPr/>
          <p:nvPr/>
        </p:nvSpPr>
        <p:spPr>
          <a:xfrm>
            <a:off x="678656" y="3606031"/>
            <a:ext cx="434340" cy="169736"/>
          </a:xfrm>
          <a:prstGeom prst="rect"/>
          <a:noFill/>
        </p:spPr>
        <p:txBody>
          <a:bodyPr anchor="t" bIns="0" lIns="0" rIns="0" rtlCol="0" tIns="0" wrap="none"/>
          <a:p>
            <a:pPr algn="l" indent="0" marL="0">
              <a:lnSpc>
                <a:spcPts val="1238"/>
              </a:lnSpc>
              <a:buNone/>
            </a:pPr>
            <a:r>
              <a:rPr b="1" dirty="0" sz="1238" lang="en-US">
                <a:solidFill>
                  <a:srgbClr val="58A6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04</a:t>
            </a:r>
            <a:endParaRPr dirty="0" sz="1238" lang="en-US"/>
          </a:p>
        </p:txBody>
      </p:sp>
      <p:sp>
        <p:nvSpPr>
          <p:cNvPr id="1048731" name="Text 20"/>
          <p:cNvSpPr/>
          <p:nvPr/>
        </p:nvSpPr>
        <p:spPr>
          <a:xfrm>
            <a:off x="1064419" y="3606031"/>
            <a:ext cx="2463143" cy="177571"/>
          </a:xfrm>
          <a:prstGeom prst="rect"/>
          <a:noFill/>
        </p:spPr>
        <p:txBody>
          <a:bodyPr anchor="t" bIns="0" lIns="0" rIns="0" rtlCol="0" tIns="14288" wrap="square"/>
          <a:p>
            <a:pPr algn="l" indent="0" marL="0">
              <a:lnSpc>
                <a:spcPts val="1183"/>
              </a:lnSpc>
              <a:buNone/>
            </a:pPr>
            <a:r>
              <a:rPr dirty="0" sz="816" lang="en-US">
                <a:solidFill>
                  <a:srgbClr val="C9D1D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Crear primer commit con mensaje </a:t>
            </a:r>
            <a:r>
              <a:rPr dirty="0" sz="800" lang="en-US">
                <a:solidFill>
                  <a:srgbClr val="58A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descriptivo</a:t>
            </a:r>
            <a:endParaRPr dirty="0" sz="816" lang="en-US"/>
          </a:p>
        </p:txBody>
      </p:sp>
      <p:sp>
        <p:nvSpPr>
          <p:cNvPr id="1048732" name="Text 21"/>
          <p:cNvSpPr/>
          <p:nvPr/>
        </p:nvSpPr>
        <p:spPr>
          <a:xfrm>
            <a:off x="3866890" y="1338002"/>
            <a:ext cx="4759189" cy="3401876"/>
          </a:xfrm>
          <a:prstGeom prst="roundRect">
            <a:avLst>
              <a:gd name="adj" fmla="val 2800"/>
            </a:avLst>
          </a:prstGeom>
          <a:solidFill>
            <a:srgbClr val="010409"/>
          </a:solidFill>
          <a:ln w="7144">
            <a:solidFill>
              <a:srgbClr val="30363D"/>
            </a:solidFill>
            <a:prstDash val="solid"/>
          </a:ln>
          <a:effectLst>
            <a:outerShdw algn="bl" blurRad="266700" dir="5400000" dist="76200" rotWithShape="0">
              <a:srgbClr val="000000">
                <a:alpha val="40000"/>
              </a:srgbClr>
            </a:outerShdw>
          </a:effectLst>
        </p:spPr>
        <p:txBody>
          <a:bodyPr anchor="ctr" rtlCol="0" wrap="square"/>
          <a:p>
            <a:pPr indent="0" marL="0">
              <a:buNone/>
            </a:pPr>
            <a:endParaRPr dirty="0" lang="en-US"/>
          </a:p>
        </p:txBody>
      </p:sp>
      <p:sp>
        <p:nvSpPr>
          <p:cNvPr id="1048733" name="Text 22"/>
          <p:cNvSpPr/>
          <p:nvPr/>
        </p:nvSpPr>
        <p:spPr>
          <a:xfrm>
            <a:off x="3870461" y="1341574"/>
            <a:ext cx="4752045" cy="264319"/>
          </a:xfrm>
          <a:prstGeom prst="rect"/>
          <a:solidFill>
            <a:srgbClr val="161B22"/>
          </a:solidFill>
        </p:spPr>
        <p:txBody>
          <a:bodyPr anchor="ctr" rtlCol="0" wrap="square"/>
          <a:p>
            <a:pPr indent="0" marL="0">
              <a:buNone/>
            </a:pPr>
            <a:endParaRPr dirty="0" lang="en-US"/>
          </a:p>
        </p:txBody>
      </p:sp>
      <p:sp>
        <p:nvSpPr>
          <p:cNvPr id="1048734" name="Shape 23"/>
          <p:cNvSpPr/>
          <p:nvPr/>
        </p:nvSpPr>
        <p:spPr>
          <a:xfrm>
            <a:off x="3870461" y="1602321"/>
            <a:ext cx="4752045" cy="0"/>
          </a:xfrm>
          <a:prstGeom prst="line"/>
          <a:noFill/>
          <a:ln w="7144">
            <a:solidFill>
              <a:srgbClr val="30363D"/>
            </a:solidFill>
            <a:prstDash val="solid"/>
          </a:ln>
        </p:spPr>
      </p:sp>
      <p:sp>
        <p:nvSpPr>
          <p:cNvPr id="1048735" name="Text 24"/>
          <p:cNvSpPr/>
          <p:nvPr/>
        </p:nvSpPr>
        <p:spPr>
          <a:xfrm>
            <a:off x="3970474" y="1434443"/>
            <a:ext cx="71438" cy="71438"/>
          </a:xfrm>
          <a:prstGeom prst="ellipse"/>
          <a:solidFill>
            <a:srgbClr val="FF5F56"/>
          </a:solidFill>
        </p:spPr>
        <p:txBody>
          <a:bodyPr anchor="ctr" rtlCol="0" wrap="square"/>
          <a:p>
            <a:pPr indent="0" marL="0">
              <a:buNone/>
            </a:pPr>
            <a:endParaRPr dirty="0" lang="en-US"/>
          </a:p>
        </p:txBody>
      </p:sp>
      <p:sp>
        <p:nvSpPr>
          <p:cNvPr id="1048736" name="Text 25"/>
          <p:cNvSpPr/>
          <p:nvPr/>
        </p:nvSpPr>
        <p:spPr>
          <a:xfrm>
            <a:off x="4084774" y="1434443"/>
            <a:ext cx="71438" cy="71438"/>
          </a:xfrm>
          <a:prstGeom prst="ellipse"/>
          <a:solidFill>
            <a:srgbClr val="FFBD2E"/>
          </a:solidFill>
        </p:spPr>
        <p:txBody>
          <a:bodyPr anchor="ctr" rtlCol="0" wrap="square"/>
          <a:p>
            <a:pPr indent="0" marL="0">
              <a:buNone/>
            </a:pPr>
            <a:endParaRPr dirty="0" lang="en-US"/>
          </a:p>
        </p:txBody>
      </p:sp>
      <p:sp>
        <p:nvSpPr>
          <p:cNvPr id="1048737" name="Text 26"/>
          <p:cNvSpPr/>
          <p:nvPr/>
        </p:nvSpPr>
        <p:spPr>
          <a:xfrm>
            <a:off x="4199074" y="1434443"/>
            <a:ext cx="71438" cy="71438"/>
          </a:xfrm>
          <a:prstGeom prst="ellipse"/>
          <a:solidFill>
            <a:srgbClr val="27C93F"/>
          </a:solidFill>
        </p:spPr>
        <p:txBody>
          <a:bodyPr anchor="ctr" rtlCol="0" wrap="square"/>
          <a:p>
            <a:pPr indent="0" marL="0">
              <a:buNone/>
            </a:pPr>
            <a:endParaRPr dirty="0" lang="en-US"/>
          </a:p>
        </p:txBody>
      </p:sp>
      <p:sp>
        <p:nvSpPr>
          <p:cNvPr id="1048738" name="Text 27"/>
          <p:cNvSpPr/>
          <p:nvPr/>
        </p:nvSpPr>
        <p:spPr>
          <a:xfrm>
            <a:off x="4456249" y="1405868"/>
            <a:ext cx="3610384" cy="128588"/>
          </a:xfrm>
          <a:prstGeom prst="rect"/>
          <a:noFill/>
        </p:spPr>
        <p:txBody>
          <a:bodyPr anchor="t" bIns="0" lIns="0" rIns="0" rtlCol="0" tIns="0" wrap="square"/>
          <a:p>
            <a:pPr algn="l" indent="0" marL="0">
              <a:lnSpc>
                <a:spcPts val="1013"/>
              </a:lnSpc>
              <a:buNone/>
            </a:pPr>
            <a:r>
              <a:rPr dirty="0" sz="800" lang="en-US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bash — profesor@aula</a:t>
            </a:r>
            <a:endParaRPr dirty="0" sz="800" lang="en-US"/>
          </a:p>
        </p:txBody>
      </p:sp>
      <p:sp>
        <p:nvSpPr>
          <p:cNvPr id="1048739" name="Text 28"/>
          <p:cNvSpPr/>
          <p:nvPr/>
        </p:nvSpPr>
        <p:spPr>
          <a:xfrm>
            <a:off x="8074747" y="1413904"/>
            <a:ext cx="475351" cy="120551"/>
          </a:xfrm>
          <a:prstGeom prst="rect"/>
          <a:noFill/>
        </p:spPr>
        <p:txBody>
          <a:bodyPr anchor="t" bIns="0" lIns="0" rIns="0" rtlCol="0" tIns="0" wrap="none"/>
          <a:p>
            <a:pPr algn="l" indent="0" marL="0">
              <a:lnSpc>
                <a:spcPts val="886"/>
              </a:lnSpc>
              <a:buNone/>
            </a:pPr>
            <a:r>
              <a:rPr dirty="0" sz="600" kern="0" lang="en-US" spc="35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~/hola-git</a:t>
            </a:r>
            <a:endParaRPr dirty="0" sz="600" lang="en-US"/>
          </a:p>
        </p:txBody>
      </p:sp>
      <p:sp>
        <p:nvSpPr>
          <p:cNvPr id="1048740" name="Text 29"/>
          <p:cNvSpPr/>
          <p:nvPr/>
        </p:nvSpPr>
        <p:spPr>
          <a:xfrm>
            <a:off x="3999049" y="1705905"/>
            <a:ext cx="4733185" cy="116448"/>
          </a:xfrm>
          <a:prstGeom prst="rect"/>
          <a:noFill/>
        </p:spPr>
        <p:txBody>
          <a:bodyPr anchor="t" bIns="0" lIns="0" rIns="0" rtlCol="0" tIns="0" wrap="none">
            <a:normAutofit fontScale="25000" lnSpcReduction="20000"/>
          </a:bodyPr>
          <a:p>
            <a:pPr algn="l" indent="0" marL="0">
              <a:lnSpc>
                <a:spcPts val="1133"/>
              </a:lnSpc>
              <a:buNone/>
            </a:pPr>
            <a:r>
              <a:rPr b="1" dirty="0" sz="800" lang="en-US">
                <a:solidFill>
                  <a:srgbClr val="F78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</a:t>
            </a:r>
            <a:r>
              <a:rPr dirty="0" sz="800" lang="en-US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mkdir hola-git </a:t>
            </a:r>
            <a:r>
              <a:rPr dirty="0" sz="800" lang="en-US">
                <a:solidFill>
                  <a:srgbClr val="58A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&amp;&amp;</a:t>
            </a:r>
            <a:r>
              <a:rPr dirty="0" sz="800" lang="en-US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cd hola-git</a:t>
            </a:r>
            <a:endParaRPr dirty="0" sz="800" lang="en-US"/>
          </a:p>
        </p:txBody>
      </p:sp>
      <p:sp>
        <p:nvSpPr>
          <p:cNvPr id="1048741" name="Text 30"/>
          <p:cNvSpPr/>
          <p:nvPr/>
        </p:nvSpPr>
        <p:spPr>
          <a:xfrm>
            <a:off x="3999049" y="1849785"/>
            <a:ext cx="4623457" cy="116448"/>
          </a:xfrm>
          <a:prstGeom prst="rect"/>
          <a:noFill/>
        </p:spPr>
        <p:txBody>
          <a:bodyPr anchor="t" bIns="0" lIns="0" rIns="0" rtlCol="0" tIns="0" wrap="none">
            <a:normAutofit fontScale="25000" lnSpcReduction="20000"/>
          </a:bodyPr>
          <a:p>
            <a:pPr algn="l" indent="0" marL="0">
              <a:lnSpc>
                <a:spcPts val="1133"/>
              </a:lnSpc>
              <a:buNone/>
            </a:pPr>
            <a:r>
              <a:rPr b="1" dirty="0" sz="800" lang="en-US">
                <a:solidFill>
                  <a:srgbClr val="F78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</a:t>
            </a:r>
            <a:r>
              <a:rPr dirty="0" sz="800" lang="en-US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git init</a:t>
            </a:r>
            <a:endParaRPr dirty="0" sz="800" lang="en-US"/>
          </a:p>
        </p:txBody>
      </p:sp>
      <p:sp>
        <p:nvSpPr>
          <p:cNvPr id="1048742" name="Text 31"/>
          <p:cNvSpPr/>
          <p:nvPr/>
        </p:nvSpPr>
        <p:spPr>
          <a:xfrm>
            <a:off x="3999049" y="1993664"/>
            <a:ext cx="4494870" cy="159310"/>
          </a:xfrm>
          <a:prstGeom prst="rect"/>
          <a:noFill/>
        </p:spPr>
        <p:txBody>
          <a:bodyPr anchor="t" bIns="0" lIns="0" rIns="0" rtlCol="0" tIns="0" wrap="none">
            <a:normAutofit/>
          </a:bodyPr>
          <a:p>
            <a:pPr algn="l" indent="0" marL="0">
              <a:lnSpc>
                <a:spcPts val="1133"/>
              </a:lnSpc>
              <a:buNone/>
            </a:pPr>
            <a:r>
              <a:rPr dirty="0" sz="800" lang="en-US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Initialized empty Git repository in /home/prof/hola-git/.git/</a:t>
            </a:r>
            <a:endParaRPr dirty="0" sz="800" lang="en-US"/>
          </a:p>
        </p:txBody>
      </p:sp>
      <p:sp>
        <p:nvSpPr>
          <p:cNvPr id="1048743" name="Text 32"/>
          <p:cNvSpPr/>
          <p:nvPr/>
        </p:nvSpPr>
        <p:spPr>
          <a:xfrm>
            <a:off x="3999049" y="2180406"/>
            <a:ext cx="4623457" cy="116448"/>
          </a:xfrm>
          <a:prstGeom prst="rect"/>
          <a:noFill/>
        </p:spPr>
        <p:txBody>
          <a:bodyPr anchor="t" bIns="0" lIns="0" rIns="0" rtlCol="0" tIns="0" wrap="none">
            <a:normAutofit fontScale="25000" lnSpcReduction="20000"/>
          </a:bodyPr>
          <a:p>
            <a:pPr algn="l" indent="0" marL="0">
              <a:lnSpc>
                <a:spcPts val="1133"/>
              </a:lnSpc>
              <a:buNone/>
            </a:pPr>
            <a:r>
              <a:rPr b="1" dirty="0" sz="800" lang="en-US">
                <a:solidFill>
                  <a:srgbClr val="F78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</a:t>
            </a:r>
            <a:r>
              <a:rPr dirty="0" sz="800" lang="en-US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git status</a:t>
            </a:r>
            <a:endParaRPr dirty="0" sz="800" lang="en-US"/>
          </a:p>
        </p:txBody>
      </p:sp>
      <p:sp>
        <p:nvSpPr>
          <p:cNvPr id="1048744" name="Text 33"/>
          <p:cNvSpPr/>
          <p:nvPr/>
        </p:nvSpPr>
        <p:spPr>
          <a:xfrm>
            <a:off x="3999049" y="2324286"/>
            <a:ext cx="4623457" cy="123591"/>
          </a:xfrm>
          <a:prstGeom prst="rect"/>
          <a:noFill/>
        </p:spPr>
        <p:txBody>
          <a:bodyPr anchor="t" bIns="0" lIns="0" rIns="0" rtlCol="0" tIns="0" wrap="none">
            <a:normAutofit fontScale="25000" lnSpcReduction="20000"/>
          </a:bodyPr>
          <a:p>
            <a:pPr algn="l" indent="0" marL="0">
              <a:lnSpc>
                <a:spcPts val="1133"/>
              </a:lnSpc>
              <a:buNone/>
            </a:pPr>
            <a:r>
              <a:rPr dirty="0" sz="800" lang="en-US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 branch</a:t>
            </a:r>
            <a:endParaRPr dirty="0" sz="800" lang="en-US"/>
          </a:p>
        </p:txBody>
      </p:sp>
      <p:sp>
        <p:nvSpPr>
          <p:cNvPr id="1048745" name="Text 34"/>
          <p:cNvSpPr/>
          <p:nvPr/>
        </p:nvSpPr>
        <p:spPr>
          <a:xfrm>
            <a:off x="3999049" y="2475309"/>
            <a:ext cx="293465" cy="109304"/>
          </a:xfrm>
          <a:prstGeom prst="rect"/>
          <a:noFill/>
        </p:spPr>
        <p:txBody>
          <a:bodyPr anchor="t" bIns="0" lIns="0" rIns="0" rtlCol="0" tIns="0" wrap="none">
            <a:normAutofit fontScale="25000" lnSpcReduction="20000"/>
          </a:bodyPr>
          <a:p>
            <a:pPr algn="l" indent="0" marL="0">
              <a:lnSpc>
                <a:spcPts val="1133"/>
              </a:lnSpc>
              <a:buNone/>
            </a:pPr>
            <a:r>
              <a:rPr dirty="0" sz="800" lang="en-US">
                <a:solidFill>
                  <a:srgbClr val="2DA44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main</a:t>
            </a:r>
            <a:endParaRPr dirty="0" sz="800" lang="en-US"/>
          </a:p>
        </p:txBody>
      </p:sp>
      <p:sp>
        <p:nvSpPr>
          <p:cNvPr id="1048746" name="Text 35"/>
          <p:cNvSpPr/>
          <p:nvPr/>
        </p:nvSpPr>
        <p:spPr>
          <a:xfrm>
            <a:off x="3999049" y="2612045"/>
            <a:ext cx="4623457" cy="159310"/>
          </a:xfrm>
          <a:prstGeom prst="rect"/>
          <a:noFill/>
        </p:spPr>
        <p:txBody>
          <a:bodyPr anchor="t" bIns="0" lIns="0" rIns="0" rtlCol="0" tIns="0" wrap="none">
            <a:normAutofit/>
          </a:bodyPr>
          <a:p>
            <a:pPr algn="l" indent="0" marL="0">
              <a:lnSpc>
                <a:spcPts val="1133"/>
              </a:lnSpc>
              <a:buNone/>
            </a:pPr>
            <a:r>
              <a:rPr dirty="0" sz="800" lang="en-US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 commits yet</a:t>
            </a:r>
            <a:endParaRPr dirty="0" sz="800" lang="en-US"/>
          </a:p>
        </p:txBody>
      </p:sp>
      <p:sp>
        <p:nvSpPr>
          <p:cNvPr id="1048747" name="Text 36"/>
          <p:cNvSpPr/>
          <p:nvPr/>
        </p:nvSpPr>
        <p:spPr>
          <a:xfrm>
            <a:off x="3999049" y="2798787"/>
            <a:ext cx="4733185" cy="116448"/>
          </a:xfrm>
          <a:prstGeom prst="rect"/>
          <a:noFill/>
        </p:spPr>
        <p:txBody>
          <a:bodyPr anchor="t" bIns="0" lIns="0" rIns="0" rtlCol="0" tIns="0" wrap="none">
            <a:normAutofit fontScale="25000" lnSpcReduction="20000"/>
          </a:bodyPr>
          <a:p>
            <a:pPr algn="l" indent="0" marL="0">
              <a:lnSpc>
                <a:spcPts val="1133"/>
              </a:lnSpc>
              <a:buNone/>
            </a:pPr>
            <a:r>
              <a:rPr b="1" dirty="0" sz="800" lang="en-US">
                <a:solidFill>
                  <a:srgbClr val="F78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</a:t>
            </a:r>
            <a:r>
              <a:rPr dirty="0" sz="800" lang="en-US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echo </a:t>
            </a:r>
            <a:r>
              <a:rPr dirty="0" sz="800" lang="en-US">
                <a:solidFill>
                  <a:srgbClr val="D299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'# Hola Git'</a:t>
            </a:r>
            <a:r>
              <a:rPr dirty="0" sz="800" lang="en-US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&gt; README.md</a:t>
            </a:r>
            <a:endParaRPr dirty="0" sz="800" lang="en-US"/>
          </a:p>
        </p:txBody>
      </p:sp>
      <p:sp>
        <p:nvSpPr>
          <p:cNvPr id="1048748" name="Text 37"/>
          <p:cNvSpPr/>
          <p:nvPr/>
        </p:nvSpPr>
        <p:spPr>
          <a:xfrm>
            <a:off x="3999049" y="2942667"/>
            <a:ext cx="4623457" cy="116448"/>
          </a:xfrm>
          <a:prstGeom prst="rect"/>
          <a:noFill/>
        </p:spPr>
        <p:txBody>
          <a:bodyPr anchor="t" bIns="0" lIns="0" rIns="0" rtlCol="0" tIns="0" wrap="none">
            <a:normAutofit fontScale="25000" lnSpcReduction="20000"/>
          </a:bodyPr>
          <a:p>
            <a:pPr algn="l" indent="0" marL="0">
              <a:lnSpc>
                <a:spcPts val="1133"/>
              </a:lnSpc>
              <a:buNone/>
            </a:pPr>
            <a:r>
              <a:rPr b="1" dirty="0" sz="800" lang="en-US">
                <a:solidFill>
                  <a:srgbClr val="F78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</a:t>
            </a:r>
            <a:r>
              <a:rPr dirty="0" sz="800" lang="en-US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git add README.md</a:t>
            </a:r>
            <a:endParaRPr dirty="0" sz="800" lang="en-US"/>
          </a:p>
        </p:txBody>
      </p:sp>
      <p:sp>
        <p:nvSpPr>
          <p:cNvPr id="1048749" name="Text 38"/>
          <p:cNvSpPr/>
          <p:nvPr/>
        </p:nvSpPr>
        <p:spPr>
          <a:xfrm>
            <a:off x="3999049" y="3086546"/>
            <a:ext cx="4623457" cy="116448"/>
          </a:xfrm>
          <a:prstGeom prst="rect"/>
          <a:noFill/>
        </p:spPr>
        <p:txBody>
          <a:bodyPr anchor="t" bIns="0" lIns="0" rIns="0" rtlCol="0" tIns="0" wrap="none">
            <a:normAutofit fontScale="25000" lnSpcReduction="20000"/>
          </a:bodyPr>
          <a:p>
            <a:pPr algn="l" indent="0" marL="0">
              <a:lnSpc>
                <a:spcPts val="1133"/>
              </a:lnSpc>
              <a:buNone/>
            </a:pPr>
            <a:r>
              <a:rPr b="1" dirty="0" sz="800" lang="en-US">
                <a:solidFill>
                  <a:srgbClr val="F78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</a:t>
            </a:r>
            <a:r>
              <a:rPr dirty="0" sz="800" lang="en-US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git status</a:t>
            </a:r>
            <a:endParaRPr dirty="0" sz="800" lang="en-US"/>
          </a:p>
        </p:txBody>
      </p:sp>
      <p:sp>
        <p:nvSpPr>
          <p:cNvPr id="1048750" name="Text 39"/>
          <p:cNvSpPr/>
          <p:nvPr/>
        </p:nvSpPr>
        <p:spPr>
          <a:xfrm>
            <a:off x="3999049" y="3230426"/>
            <a:ext cx="4623457" cy="116448"/>
          </a:xfrm>
          <a:prstGeom prst="rect"/>
          <a:noFill/>
        </p:spPr>
        <p:txBody>
          <a:bodyPr anchor="t" bIns="0" lIns="0" rIns="0" rtlCol="0" tIns="0" wrap="none">
            <a:normAutofit fontScale="25000" lnSpcReduction="20000"/>
          </a:bodyPr>
          <a:p>
            <a:pPr algn="l" indent="0" marL="0">
              <a:lnSpc>
                <a:spcPts val="1133"/>
              </a:lnSpc>
              <a:buNone/>
            </a:pPr>
            <a:r>
              <a:rPr dirty="0" sz="800" lang="en-US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Changes to be committed:</a:t>
            </a:r>
            <a:endParaRPr dirty="0" sz="800" lang="en-US"/>
          </a:p>
        </p:txBody>
      </p:sp>
      <p:sp>
        <p:nvSpPr>
          <p:cNvPr id="1048751" name="Text 40"/>
          <p:cNvSpPr/>
          <p:nvPr/>
        </p:nvSpPr>
        <p:spPr>
          <a:xfrm>
            <a:off x="3999049" y="3374306"/>
            <a:ext cx="4733185" cy="116448"/>
          </a:xfrm>
          <a:prstGeom prst="rect"/>
          <a:noFill/>
        </p:spPr>
        <p:txBody>
          <a:bodyPr anchor="t" bIns="0" lIns="0" rIns="0" rtlCol="0" tIns="0" wrap="none">
            <a:normAutofit fontScale="25000" lnSpcReduction="20000"/>
          </a:bodyPr>
          <a:p>
            <a:pPr algn="l" indent="0" marL="0">
              <a:lnSpc>
                <a:spcPts val="1133"/>
              </a:lnSpc>
              <a:buNone/>
            </a:pPr>
            <a:r>
              <a:rPr dirty="0" sz="800" i="1" lang="en-US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(use "git rm --cached &lt;file&gt;..." to unstage)</a:t>
            </a:r>
            <a:endParaRPr dirty="0" sz="800" lang="en-US"/>
          </a:p>
        </p:txBody>
      </p:sp>
      <p:sp>
        <p:nvSpPr>
          <p:cNvPr id="1048752" name="Text 41"/>
          <p:cNvSpPr/>
          <p:nvPr/>
        </p:nvSpPr>
        <p:spPr>
          <a:xfrm>
            <a:off x="3999049" y="3518185"/>
            <a:ext cx="4623457" cy="159310"/>
          </a:xfrm>
          <a:prstGeom prst="rect"/>
          <a:noFill/>
        </p:spPr>
        <p:txBody>
          <a:bodyPr anchor="t" bIns="0" lIns="0" rIns="0" rtlCol="0" tIns="0" wrap="none">
            <a:normAutofit/>
          </a:bodyPr>
          <a:p>
            <a:pPr algn="l" indent="0" marL="0">
              <a:lnSpc>
                <a:spcPts val="1133"/>
              </a:lnSpc>
              <a:buNone/>
            </a:pPr>
            <a:r>
              <a:rPr dirty="0" sz="800" lang="en-US">
                <a:solidFill>
                  <a:srgbClr val="2DA44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 file:   README.md</a:t>
            </a:r>
            <a:endParaRPr dirty="0" sz="800" lang="en-US"/>
          </a:p>
        </p:txBody>
      </p:sp>
      <p:sp>
        <p:nvSpPr>
          <p:cNvPr id="1048753" name="Text 42"/>
          <p:cNvSpPr/>
          <p:nvPr/>
        </p:nvSpPr>
        <p:spPr>
          <a:xfrm>
            <a:off x="3999049" y="3704927"/>
            <a:ext cx="4733185" cy="116448"/>
          </a:xfrm>
          <a:prstGeom prst="rect"/>
          <a:noFill/>
        </p:spPr>
        <p:txBody>
          <a:bodyPr anchor="t" bIns="0" lIns="0" rIns="0" rtlCol="0" tIns="0" wrap="none">
            <a:normAutofit fontScale="25000" lnSpcReduction="20000"/>
          </a:bodyPr>
          <a:p>
            <a:pPr algn="l" indent="0" marL="0">
              <a:lnSpc>
                <a:spcPts val="1133"/>
              </a:lnSpc>
              <a:buNone/>
            </a:pPr>
            <a:r>
              <a:rPr b="1" dirty="0" sz="800" lang="en-US">
                <a:solidFill>
                  <a:srgbClr val="F78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</a:t>
            </a:r>
            <a:r>
              <a:rPr dirty="0" sz="800" lang="en-US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git commit </a:t>
            </a:r>
            <a:r>
              <a:rPr dirty="0" sz="800" lang="en-US">
                <a:solidFill>
                  <a:srgbClr val="58A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-m</a:t>
            </a:r>
            <a:r>
              <a:rPr dirty="0" sz="800" lang="en-US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dirty="0" sz="800" lang="en-US">
                <a:solidFill>
                  <a:srgbClr val="D299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"feat: primer commit del proyecto"</a:t>
            </a:r>
            <a:endParaRPr dirty="0" sz="800" lang="en-US"/>
          </a:p>
        </p:txBody>
      </p:sp>
      <p:sp>
        <p:nvSpPr>
          <p:cNvPr id="1048754" name="Text 43"/>
          <p:cNvSpPr/>
          <p:nvPr/>
        </p:nvSpPr>
        <p:spPr>
          <a:xfrm>
            <a:off x="3999049" y="3848807"/>
            <a:ext cx="4494870" cy="116448"/>
          </a:xfrm>
          <a:prstGeom prst="rect"/>
          <a:noFill/>
        </p:spPr>
        <p:txBody>
          <a:bodyPr anchor="t" bIns="0" lIns="0" rIns="0" rtlCol="0" tIns="0" wrap="none">
            <a:normAutofit fontScale="25000" lnSpcReduction="20000"/>
          </a:bodyPr>
          <a:p>
            <a:pPr algn="l" indent="0" marL="0">
              <a:lnSpc>
                <a:spcPts val="1133"/>
              </a:lnSpc>
              <a:buNone/>
            </a:pPr>
            <a:r>
              <a:rPr dirty="0" sz="800" lang="en-US">
                <a:solidFill>
                  <a:srgbClr val="2DA44E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[main (root-commit) a1b2c3d]</a:t>
            </a:r>
            <a:r>
              <a:rPr dirty="0" sz="800" lang="en-US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dirty="0" sz="800" lang="en-US">
                <a:solidFill>
                  <a:srgbClr val="D299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feat: primer commit del proyecto</a:t>
            </a:r>
            <a:endParaRPr dirty="0" sz="800" lang="en-US"/>
          </a:p>
        </p:txBody>
      </p:sp>
      <p:sp>
        <p:nvSpPr>
          <p:cNvPr id="1048755" name="Text 44"/>
          <p:cNvSpPr/>
          <p:nvPr/>
        </p:nvSpPr>
        <p:spPr>
          <a:xfrm>
            <a:off x="3999049" y="3992687"/>
            <a:ext cx="4733185" cy="169999"/>
          </a:xfrm>
          <a:prstGeom prst="rect"/>
          <a:noFill/>
        </p:spPr>
        <p:txBody>
          <a:bodyPr anchor="t" bIns="0" lIns="0" rIns="0" rtlCol="0" tIns="0" wrap="none"/>
          <a:p>
            <a:pPr algn="l" indent="0" marL="0">
              <a:lnSpc>
                <a:spcPts val="1133"/>
              </a:lnSpc>
              <a:buNone/>
            </a:pPr>
            <a:r>
              <a:rPr dirty="0" sz="800" lang="en-US">
                <a:solidFill>
                  <a:srgbClr val="2DA44E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 file changed, 1 insertion(+)</a:t>
            </a:r>
            <a:endParaRPr dirty="0" sz="800" lang="en-US"/>
          </a:p>
        </p:txBody>
      </p:sp>
    </p:spTree>
  </p:cSld>
  <p:clrMapOvr>
    <a:masterClrMapping/>
  </p:clrMapOvr>
  <p:timing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117"/>
        </a:solidFill>
        <a:effectLst/>
      </p:bgPr>
    </p:bg>
    <p:spTree>
      <p:nvGrpSpPr>
        <p:cNvPr id="3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59" name="Text 0"/>
          <p:cNvSpPr/>
          <p:nvPr/>
        </p:nvSpPr>
        <p:spPr>
          <a:xfrm>
            <a:off x="491490" y="388691"/>
            <a:ext cx="1230690" cy="212027"/>
          </a:xfrm>
          <a:prstGeom prst="roundRect">
            <a:avLst>
              <a:gd name="adj" fmla="val 4487860"/>
            </a:avLst>
          </a:prstGeom>
          <a:solidFill>
            <a:srgbClr val="58A6FF">
              <a:alpha val="8000"/>
            </a:srgbClr>
          </a:solidFill>
          <a:ln w="7144">
            <a:solidFill>
              <a:srgbClr val="58A6FF"/>
            </a:solidFill>
            <a:prstDash val="solid"/>
          </a:ln>
        </p:spPr>
        <p:txBody>
          <a:bodyPr anchor="ctr" rtlCol="0" wrap="square"/>
          <a:p>
            <a:pPr indent="0" marL="0">
              <a:buNone/>
            </a:pPr>
            <a:endParaRPr dirty="0" lang="en-US"/>
          </a:p>
        </p:txBody>
      </p:sp>
      <p:sp>
        <p:nvSpPr>
          <p:cNvPr id="1048760" name="Text 1"/>
          <p:cNvSpPr/>
          <p:nvPr/>
        </p:nvSpPr>
        <p:spPr>
          <a:xfrm>
            <a:off x="735806" y="442913"/>
            <a:ext cx="870645" cy="139654"/>
          </a:xfrm>
          <a:prstGeom prst="rect"/>
          <a:noFill/>
        </p:spPr>
        <p:txBody>
          <a:bodyPr anchor="t" bIns="0" lIns="0" rIns="0" rtlCol="0" tIns="0" wrap="none"/>
          <a:p>
            <a:pPr algn="l" indent="0" marL="0">
              <a:lnSpc>
                <a:spcPts val="928"/>
              </a:lnSpc>
              <a:buNone/>
            </a:pPr>
            <a:r>
              <a:rPr dirty="0" sz="619" kern="0" lang="en-US" spc="25">
                <a:solidFill>
                  <a:srgbClr val="58A6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DEMO EN VIVO </a:t>
            </a:r>
            <a:r>
              <a:rPr dirty="0" sz="619" kern="0" lang="en-US" spc="25" smtClean="0">
                <a:solidFill>
                  <a:srgbClr val="58A6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·</a:t>
            </a:r>
            <a:endParaRPr dirty="0" sz="619" lang="en-US"/>
          </a:p>
        </p:txBody>
      </p:sp>
      <p:sp>
        <p:nvSpPr>
          <p:cNvPr id="1048761" name="Text 2"/>
          <p:cNvSpPr/>
          <p:nvPr/>
        </p:nvSpPr>
        <p:spPr>
          <a:xfrm>
            <a:off x="607219" y="451842"/>
            <a:ext cx="91440" cy="91440"/>
          </a:xfrm>
          <a:prstGeom prst="rect"/>
          <a:noFill/>
        </p:spPr>
        <p:txBody>
          <a:bodyPr anchor="ctr" bIns="0" lIns="0" rIns="0" rtlCol="0" tIns="0" wrap="none"/>
          <a:p>
            <a:pPr algn="ctr" indent="0" marL="0">
              <a:buNone/>
            </a:pPr>
            <a:r>
              <a:rPr dirty="0" sz="844" lang="en-US">
                <a:solidFill>
                  <a:srgbClr val="58A6F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▶</a:t>
            </a:r>
            <a:endParaRPr dirty="0" sz="844" lang="en-US"/>
          </a:p>
        </p:txBody>
      </p:sp>
      <p:sp>
        <p:nvSpPr>
          <p:cNvPr id="1048762" name="Text 3"/>
          <p:cNvSpPr/>
          <p:nvPr/>
        </p:nvSpPr>
        <p:spPr>
          <a:xfrm>
            <a:off x="514350" y="675084"/>
            <a:ext cx="3749553" cy="283991"/>
          </a:xfrm>
          <a:prstGeom prst="rect"/>
          <a:noFill/>
        </p:spPr>
        <p:txBody>
          <a:bodyPr anchor="t" bIns="0" lIns="0" rIns="0" rtlCol="0" tIns="0" wrap="square">
            <a:normAutofit/>
          </a:bodyPr>
          <a:p>
            <a:pPr algn="l" indent="0" marL="0">
              <a:lnSpc>
                <a:spcPts val="2228"/>
              </a:lnSpc>
              <a:buNone/>
            </a:pPr>
            <a:r>
              <a:rPr b="1" dirty="0" sz="2025" kern="0" lang="en-US" spc="-20">
                <a:solidFill>
                  <a:srgbClr val="C9D1D9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Demo #2 · </a:t>
            </a:r>
            <a:r>
              <a:rPr b="1" dirty="0" sz="2025" kern="0" lang="en-US" spc="-20">
                <a:solidFill>
                  <a:srgbClr val="58A6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Branch, merge y log</a:t>
            </a:r>
            <a:endParaRPr dirty="0" sz="2025" lang="en-US"/>
          </a:p>
        </p:txBody>
      </p:sp>
      <p:sp>
        <p:nvSpPr>
          <p:cNvPr id="1048763" name="Text 4"/>
          <p:cNvSpPr/>
          <p:nvPr/>
        </p:nvSpPr>
        <p:spPr>
          <a:xfrm>
            <a:off x="514350" y="986507"/>
            <a:ext cx="3681380" cy="173593"/>
          </a:xfrm>
          <a:prstGeom prst="rect"/>
          <a:noFill/>
        </p:spPr>
        <p:txBody>
          <a:bodyPr anchor="t" bIns="0" lIns="0" rIns="0" rtlCol="0" tIns="0" wrap="square"/>
          <a:p>
            <a:pPr algn="l" indent="0" marL="0">
              <a:lnSpc>
                <a:spcPts val="1266"/>
              </a:lnSpc>
              <a:buNone/>
            </a:pPr>
            <a:r>
              <a:rPr dirty="0" sz="844" lang="en-US">
                <a:solidFill>
                  <a:srgbClr val="8B949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Las ramas en Git son punteros baratos a commits.</a:t>
            </a:r>
            <a:endParaRPr dirty="0" sz="844" lang="en-US"/>
          </a:p>
        </p:txBody>
      </p:sp>
      <p:sp>
        <p:nvSpPr>
          <p:cNvPr id="1048764" name="Text 6"/>
          <p:cNvSpPr/>
          <p:nvPr/>
        </p:nvSpPr>
        <p:spPr>
          <a:xfrm>
            <a:off x="8013433" y="787933"/>
            <a:ext cx="633801" cy="164592"/>
          </a:xfrm>
          <a:prstGeom prst="rect"/>
          <a:noFill/>
        </p:spPr>
        <p:txBody>
          <a:bodyPr anchor="t" bIns="0" lIns="0" rIns="0" rtlCol="0" tIns="0" wrap="none"/>
          <a:p>
            <a:pPr algn="r" indent="0" marL="0">
              <a:lnSpc>
                <a:spcPts val="928"/>
              </a:lnSpc>
              <a:buNone/>
            </a:pPr>
            <a:r>
              <a:rPr dirty="0" sz="800" lang="en-US">
                <a:solidFill>
                  <a:srgbClr val="58A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~/hola-git</a:t>
            </a:r>
            <a:endParaRPr dirty="0" sz="800" lang="en-US"/>
          </a:p>
        </p:txBody>
      </p:sp>
      <p:sp>
        <p:nvSpPr>
          <p:cNvPr id="1048765" name="Text 7"/>
          <p:cNvSpPr/>
          <p:nvPr/>
        </p:nvSpPr>
        <p:spPr>
          <a:xfrm>
            <a:off x="514350" y="1261542"/>
            <a:ext cx="8115300" cy="7144"/>
          </a:xfrm>
          <a:prstGeom prst="rect"/>
          <a:solidFill>
            <a:srgbClr val="30363D"/>
          </a:solidFill>
        </p:spPr>
        <p:txBody>
          <a:bodyPr anchor="ctr" rtlCol="0" wrap="square"/>
          <a:p>
            <a:pPr indent="0" marL="0">
              <a:buNone/>
            </a:pPr>
            <a:endParaRPr dirty="0" lang="en-US"/>
          </a:p>
        </p:txBody>
      </p:sp>
      <p:sp>
        <p:nvSpPr>
          <p:cNvPr id="1048766" name="Text 8"/>
          <p:cNvSpPr/>
          <p:nvPr/>
        </p:nvSpPr>
        <p:spPr>
          <a:xfrm>
            <a:off x="517922" y="1415132"/>
            <a:ext cx="4050506" cy="3421856"/>
          </a:xfrm>
          <a:prstGeom prst="roundRect">
            <a:avLst>
              <a:gd name="adj" fmla="val 3340"/>
            </a:avLst>
          </a:prstGeom>
          <a:solidFill>
            <a:srgbClr val="161B22"/>
          </a:solidFill>
          <a:ln w="7144">
            <a:solidFill>
              <a:srgbClr val="30363D"/>
            </a:solidFill>
            <a:prstDash val="solid"/>
          </a:ln>
        </p:spPr>
        <p:txBody>
          <a:bodyPr anchor="ctr" rtlCol="0" wrap="square"/>
          <a:p>
            <a:pPr indent="0" marL="0">
              <a:buNone/>
            </a:pPr>
            <a:endParaRPr dirty="0" lang="en-US"/>
          </a:p>
        </p:txBody>
      </p:sp>
      <p:sp>
        <p:nvSpPr>
          <p:cNvPr id="1048767" name="Text 9"/>
          <p:cNvSpPr/>
          <p:nvPr/>
        </p:nvSpPr>
        <p:spPr>
          <a:xfrm>
            <a:off x="664369" y="1583010"/>
            <a:ext cx="128588" cy="128588"/>
          </a:xfrm>
          <a:prstGeom prst="rect"/>
          <a:noFill/>
        </p:spPr>
        <p:txBody>
          <a:bodyPr anchor="ctr" bIns="0" lIns="0" rIns="0" rtlCol="0" tIns="0" wrap="none"/>
          <a:p>
            <a:pPr algn="ctr" indent="0" marL="0">
              <a:buNone/>
            </a:pPr>
            <a:r>
              <a:rPr dirty="0" sz="1266" lang="en-US">
                <a:solidFill>
                  <a:srgbClr val="58A6F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☎</a:t>
            </a:r>
            <a:endParaRPr dirty="0" sz="1266" lang="en-US"/>
          </a:p>
        </p:txBody>
      </p:sp>
      <p:sp>
        <p:nvSpPr>
          <p:cNvPr id="1048768" name="Text 10"/>
          <p:cNvSpPr/>
          <p:nvPr/>
        </p:nvSpPr>
        <p:spPr>
          <a:xfrm>
            <a:off x="850106" y="1561579"/>
            <a:ext cx="3571875" cy="185166"/>
          </a:xfrm>
          <a:prstGeom prst="rect"/>
          <a:noFill/>
        </p:spPr>
        <p:txBody>
          <a:bodyPr anchor="t" bIns="0" lIns="0" rIns="0" rtlCol="0" tIns="0" wrap="none"/>
          <a:p>
            <a:pPr algn="l" indent="0" marL="0">
              <a:lnSpc>
                <a:spcPts val="1350"/>
              </a:lnSpc>
              <a:buNone/>
            </a:pPr>
            <a:r>
              <a:rPr dirty="0" sz="900" lang="en-US">
                <a:solidFill>
                  <a:srgbClr val="C9D1D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Diagrama de rama</a:t>
            </a:r>
            <a:endParaRPr dirty="0" sz="900" lang="en-US"/>
          </a:p>
        </p:txBody>
      </p:sp>
      <p:sp>
        <p:nvSpPr>
          <p:cNvPr id="1048769" name="Text 11"/>
          <p:cNvSpPr/>
          <p:nvPr/>
        </p:nvSpPr>
        <p:spPr>
          <a:xfrm>
            <a:off x="664369" y="1761604"/>
            <a:ext cx="3867341" cy="164592"/>
          </a:xfrm>
          <a:prstGeom prst="rect"/>
          <a:noFill/>
        </p:spPr>
        <p:txBody>
          <a:bodyPr anchor="t" bIns="0" lIns="0" rIns="0" rtlCol="0" tIns="0" wrap="square"/>
          <a:p>
            <a:pPr algn="l" indent="0" marL="0">
              <a:lnSpc>
                <a:spcPts val="1097"/>
              </a:lnSpc>
              <a:buNone/>
            </a:pPr>
            <a:r>
              <a:rPr dirty="0" sz="800" lang="en-US">
                <a:solidFill>
                  <a:srgbClr val="8B949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main avanza solo tras el merge de la rama feature.</a:t>
            </a:r>
            <a:endParaRPr dirty="0" sz="800" lang="en-US"/>
          </a:p>
        </p:txBody>
      </p:sp>
      <p:sp>
        <p:nvSpPr>
          <p:cNvPr id="1048770" name="Text 12"/>
          <p:cNvSpPr/>
          <p:nvPr/>
        </p:nvSpPr>
        <p:spPr>
          <a:xfrm>
            <a:off x="667941" y="2075929"/>
            <a:ext cx="3750469" cy="887164"/>
          </a:xfrm>
          <a:prstGeom prst="roundRect">
            <a:avLst>
              <a:gd name="adj" fmla="val 8589"/>
            </a:avLst>
          </a:prstGeom>
          <a:solidFill>
            <a:srgbClr val="010409"/>
          </a:solidFill>
          <a:ln w="7144">
            <a:solidFill>
              <a:srgbClr val="30363D"/>
            </a:solidFill>
            <a:prstDash val="solid"/>
          </a:ln>
        </p:spPr>
        <p:txBody>
          <a:bodyPr anchor="ctr" rtlCol="0" wrap="square"/>
          <a:p>
            <a:pPr indent="0" marL="0">
              <a:buNone/>
            </a:pPr>
            <a:endParaRPr dirty="0" lang="en-US"/>
          </a:p>
        </p:txBody>
      </p:sp>
      <p:sp>
        <p:nvSpPr>
          <p:cNvPr id="1048771" name="Text 13"/>
          <p:cNvSpPr/>
          <p:nvPr/>
        </p:nvSpPr>
        <p:spPr>
          <a:xfrm>
            <a:off x="785813" y="2261667"/>
            <a:ext cx="1000125" cy="208434"/>
          </a:xfrm>
          <a:prstGeom prst="rect"/>
          <a:noFill/>
        </p:spPr>
        <p:txBody>
          <a:bodyPr anchor="t" bIns="0" lIns="0" rIns="0" rtlCol="0" tIns="0" wrap="none"/>
          <a:p>
            <a:pPr algn="r" indent="0" marL="0">
              <a:lnSpc>
                <a:spcPts val="1496"/>
              </a:lnSpc>
              <a:buNone/>
            </a:pPr>
            <a:r>
              <a:rPr dirty="0" sz="800" kern="0" lang="en-US" spc="16">
                <a:solidFill>
                  <a:srgbClr val="58A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main</a:t>
            </a:r>
            <a:endParaRPr dirty="0" sz="800" lang="en-US"/>
          </a:p>
        </p:txBody>
      </p:sp>
      <p:sp>
        <p:nvSpPr>
          <p:cNvPr id="1048772" name="Text 14"/>
          <p:cNvSpPr/>
          <p:nvPr/>
        </p:nvSpPr>
        <p:spPr>
          <a:xfrm>
            <a:off x="1900238" y="2193801"/>
            <a:ext cx="2400300" cy="351767"/>
          </a:xfrm>
          <a:prstGeom prst="rect"/>
          <a:noFill/>
        </p:spPr>
        <p:txBody>
          <a:bodyPr anchor="t" bIns="0" lIns="0" rIns="0" rtlCol="0" tIns="0" wrap="none"/>
          <a:p>
            <a:pPr algn="l" indent="0" marL="0">
              <a:lnSpc>
                <a:spcPts val="2565"/>
              </a:lnSpc>
              <a:buNone/>
            </a:pPr>
            <a:r>
              <a:rPr dirty="0" sz="1350" lang="en-US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●</a:t>
            </a:r>
            <a:r>
              <a:rPr dirty="0" sz="1350" lang="en-US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──</a:t>
            </a:r>
            <a:r>
              <a:rPr dirty="0" sz="1350" lang="en-US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●</a:t>
            </a:r>
            <a:r>
              <a:rPr dirty="0" sz="1350" lang="en-US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──</a:t>
            </a:r>
            <a:r>
              <a:rPr dirty="0" sz="1350" lang="en-US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●</a:t>
            </a:r>
            <a:r>
              <a:rPr dirty="0" sz="1350" lang="en-US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──────</a:t>
            </a:r>
            <a:r>
              <a:rPr dirty="0" sz="1350" lang="en-US">
                <a:solidFill>
                  <a:srgbClr val="2DA44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●</a:t>
            </a:r>
            <a:endParaRPr dirty="0" sz="1350" lang="en-US"/>
          </a:p>
        </p:txBody>
      </p:sp>
      <p:sp>
        <p:nvSpPr>
          <p:cNvPr id="1048773" name="Text 15"/>
          <p:cNvSpPr/>
          <p:nvPr/>
        </p:nvSpPr>
        <p:spPr>
          <a:xfrm>
            <a:off x="785813" y="2587377"/>
            <a:ext cx="1000125" cy="208434"/>
          </a:xfrm>
          <a:prstGeom prst="rect"/>
          <a:noFill/>
        </p:spPr>
        <p:txBody>
          <a:bodyPr anchor="t" bIns="0" lIns="0" rIns="0" rtlCol="0" tIns="0" wrap="none"/>
          <a:p>
            <a:pPr algn="r" indent="0" marL="0">
              <a:lnSpc>
                <a:spcPts val="1496"/>
              </a:lnSpc>
              <a:buNone/>
            </a:pPr>
            <a:r>
              <a:rPr dirty="0" sz="800" kern="0" lang="en-US" spc="16">
                <a:solidFill>
                  <a:srgbClr val="F78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feature/login</a:t>
            </a:r>
            <a:endParaRPr dirty="0" sz="800" lang="en-US"/>
          </a:p>
        </p:txBody>
      </p:sp>
      <p:sp>
        <p:nvSpPr>
          <p:cNvPr id="1048774" name="Text 16"/>
          <p:cNvSpPr/>
          <p:nvPr/>
        </p:nvSpPr>
        <p:spPr>
          <a:xfrm>
            <a:off x="1900238" y="2519511"/>
            <a:ext cx="2400300" cy="325710"/>
          </a:xfrm>
          <a:prstGeom prst="rect"/>
          <a:noFill/>
        </p:spPr>
        <p:txBody>
          <a:bodyPr anchor="t" bIns="0" lIns="0" rIns="0" rtlCol="0" tIns="0" wrap="none"/>
          <a:p>
            <a:pPr algn="l" indent="0" marL="0">
              <a:lnSpc>
                <a:spcPts val="2565"/>
              </a:lnSpc>
              <a:buNone/>
            </a:pPr>
            <a:r>
              <a:rPr dirty="0" sz="1350" lang="en-US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╲──</a:t>
            </a:r>
            <a:r>
              <a:rPr dirty="0" sz="1350" lang="en-US">
                <a:solidFill>
                  <a:srgbClr val="F78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●</a:t>
            </a:r>
            <a:r>
              <a:rPr dirty="0" sz="1350" lang="en-US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──╱</a:t>
            </a:r>
            <a:endParaRPr dirty="0" sz="1350" lang="en-US"/>
          </a:p>
        </p:txBody>
      </p:sp>
      <p:sp>
        <p:nvSpPr>
          <p:cNvPr id="1048775" name="Text 17"/>
          <p:cNvSpPr/>
          <p:nvPr/>
        </p:nvSpPr>
        <p:spPr>
          <a:xfrm>
            <a:off x="667941" y="3113112"/>
            <a:ext cx="1835944" cy="425053"/>
          </a:xfrm>
          <a:prstGeom prst="roundRect">
            <a:avLst>
              <a:gd name="adj" fmla="val 26891"/>
            </a:avLst>
          </a:prstGeom>
          <a:solidFill>
            <a:srgbClr val="21262D"/>
          </a:solidFill>
          <a:ln w="7144">
            <a:solidFill>
              <a:srgbClr val="30363D"/>
            </a:solidFill>
            <a:prstDash val="solid"/>
          </a:ln>
        </p:spPr>
        <p:txBody>
          <a:bodyPr anchor="ctr" rtlCol="0" wrap="square"/>
          <a:p>
            <a:pPr indent="0" marL="0">
              <a:buNone/>
            </a:pPr>
            <a:endParaRPr dirty="0" lang="en-US"/>
          </a:p>
        </p:txBody>
      </p:sp>
      <p:sp>
        <p:nvSpPr>
          <p:cNvPr id="1048776" name="Text 18"/>
          <p:cNvSpPr/>
          <p:nvPr/>
        </p:nvSpPr>
        <p:spPr>
          <a:xfrm>
            <a:off x="742950" y="3211339"/>
            <a:ext cx="71438" cy="71438"/>
          </a:xfrm>
          <a:prstGeom prst="ellipse"/>
          <a:solidFill>
            <a:srgbClr val="C9D1D9"/>
          </a:solidFill>
        </p:spPr>
        <p:txBody>
          <a:bodyPr anchor="ctr" rtlCol="0" wrap="square"/>
          <a:p>
            <a:pPr indent="0" marL="0">
              <a:buNone/>
            </a:pPr>
            <a:endParaRPr dirty="0" lang="en-US"/>
          </a:p>
        </p:txBody>
      </p:sp>
      <p:sp>
        <p:nvSpPr>
          <p:cNvPr id="1048777" name="Text 19"/>
          <p:cNvSpPr/>
          <p:nvPr/>
        </p:nvSpPr>
        <p:spPr>
          <a:xfrm>
            <a:off x="871538" y="3188122"/>
            <a:ext cx="1557338" cy="164592"/>
          </a:xfrm>
          <a:prstGeom prst="rect"/>
          <a:noFill/>
        </p:spPr>
        <p:txBody>
          <a:bodyPr anchor="t" bIns="0" lIns="0" rIns="0" rtlCol="0" tIns="0" wrap="square"/>
          <a:p>
            <a:pPr algn="l" indent="0" marL="0">
              <a:lnSpc>
                <a:spcPts val="928"/>
              </a:lnSpc>
              <a:buNone/>
            </a:pPr>
            <a:r>
              <a:rPr dirty="0" sz="800" lang="en-US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commit</a:t>
            </a:r>
            <a:endParaRPr dirty="0" sz="800" lang="en-US"/>
          </a:p>
        </p:txBody>
      </p:sp>
      <p:sp>
        <p:nvSpPr>
          <p:cNvPr id="1048778" name="Text 20"/>
          <p:cNvSpPr/>
          <p:nvPr/>
        </p:nvSpPr>
        <p:spPr>
          <a:xfrm>
            <a:off x="742950" y="3334569"/>
            <a:ext cx="1685925" cy="128588"/>
          </a:xfrm>
          <a:prstGeom prst="rect"/>
          <a:noFill/>
        </p:spPr>
        <p:txBody>
          <a:bodyPr anchor="t" bIns="0" lIns="0" rIns="0" rtlCol="0" tIns="0" wrap="none"/>
          <a:p>
            <a:pPr algn="l" indent="0" marL="0">
              <a:lnSpc>
                <a:spcPts val="1013"/>
              </a:lnSpc>
              <a:buNone/>
            </a:pPr>
            <a:r>
              <a:rPr dirty="0" sz="800" lang="en-US">
                <a:solidFill>
                  <a:srgbClr val="58A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main</a:t>
            </a:r>
            <a:endParaRPr dirty="0" sz="800" lang="en-US"/>
          </a:p>
        </p:txBody>
      </p:sp>
      <p:sp>
        <p:nvSpPr>
          <p:cNvPr id="1048779" name="Text 21"/>
          <p:cNvSpPr/>
          <p:nvPr/>
        </p:nvSpPr>
        <p:spPr>
          <a:xfrm>
            <a:off x="2582466" y="3113112"/>
            <a:ext cx="1835944" cy="425053"/>
          </a:xfrm>
          <a:prstGeom prst="roundRect">
            <a:avLst>
              <a:gd name="adj" fmla="val 26891"/>
            </a:avLst>
          </a:prstGeom>
          <a:solidFill>
            <a:srgbClr val="21262D"/>
          </a:solidFill>
          <a:ln w="7144">
            <a:solidFill>
              <a:srgbClr val="30363D"/>
            </a:solidFill>
            <a:prstDash val="solid"/>
          </a:ln>
        </p:spPr>
        <p:txBody>
          <a:bodyPr anchor="ctr" rtlCol="0" wrap="square"/>
          <a:p>
            <a:pPr indent="0" marL="0">
              <a:buNone/>
            </a:pPr>
            <a:endParaRPr dirty="0" lang="en-US"/>
          </a:p>
        </p:txBody>
      </p:sp>
      <p:sp>
        <p:nvSpPr>
          <p:cNvPr id="1048780" name="Text 22"/>
          <p:cNvSpPr/>
          <p:nvPr/>
        </p:nvSpPr>
        <p:spPr>
          <a:xfrm>
            <a:off x="2657475" y="3211339"/>
            <a:ext cx="71438" cy="71438"/>
          </a:xfrm>
          <a:prstGeom prst="ellipse"/>
          <a:solidFill>
            <a:srgbClr val="F78166"/>
          </a:solidFill>
        </p:spPr>
        <p:txBody>
          <a:bodyPr anchor="ctr" rtlCol="0" wrap="square"/>
          <a:p>
            <a:pPr indent="0" marL="0">
              <a:buNone/>
            </a:pPr>
            <a:endParaRPr dirty="0" lang="en-US"/>
          </a:p>
        </p:txBody>
      </p:sp>
      <p:sp>
        <p:nvSpPr>
          <p:cNvPr id="1048781" name="Text 23"/>
          <p:cNvSpPr/>
          <p:nvPr/>
        </p:nvSpPr>
        <p:spPr>
          <a:xfrm>
            <a:off x="2786063" y="3188122"/>
            <a:ext cx="1557338" cy="164592"/>
          </a:xfrm>
          <a:prstGeom prst="rect"/>
          <a:noFill/>
        </p:spPr>
        <p:txBody>
          <a:bodyPr anchor="t" bIns="0" lIns="0" rIns="0" rtlCol="0" tIns="0" wrap="square"/>
          <a:p>
            <a:pPr algn="l" indent="0" marL="0">
              <a:lnSpc>
                <a:spcPts val="928"/>
              </a:lnSpc>
              <a:buNone/>
            </a:pPr>
            <a:r>
              <a:rPr dirty="0" sz="800" lang="en-US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commit en feature</a:t>
            </a:r>
            <a:endParaRPr dirty="0" sz="800" lang="en-US"/>
          </a:p>
        </p:txBody>
      </p:sp>
      <p:sp>
        <p:nvSpPr>
          <p:cNvPr id="1048782" name="Text 24"/>
          <p:cNvSpPr/>
          <p:nvPr/>
        </p:nvSpPr>
        <p:spPr>
          <a:xfrm>
            <a:off x="2657475" y="3334569"/>
            <a:ext cx="1685925" cy="128588"/>
          </a:xfrm>
          <a:prstGeom prst="rect"/>
          <a:noFill/>
        </p:spPr>
        <p:txBody>
          <a:bodyPr anchor="t" bIns="0" lIns="0" rIns="0" rtlCol="0" tIns="0" wrap="none"/>
          <a:p>
            <a:pPr algn="l" indent="0" marL="0">
              <a:lnSpc>
                <a:spcPts val="1013"/>
              </a:lnSpc>
              <a:buNone/>
            </a:pPr>
            <a:r>
              <a:rPr dirty="0" sz="800" lang="en-US">
                <a:solidFill>
                  <a:srgbClr val="F78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feature/login</a:t>
            </a:r>
            <a:endParaRPr dirty="0" sz="800" lang="en-US"/>
          </a:p>
        </p:txBody>
      </p:sp>
      <p:sp>
        <p:nvSpPr>
          <p:cNvPr id="1048783" name="Text 25"/>
          <p:cNvSpPr/>
          <p:nvPr/>
        </p:nvSpPr>
        <p:spPr>
          <a:xfrm>
            <a:off x="667941" y="3616747"/>
            <a:ext cx="1835944" cy="425053"/>
          </a:xfrm>
          <a:prstGeom prst="roundRect">
            <a:avLst>
              <a:gd name="adj" fmla="val 26891"/>
            </a:avLst>
          </a:prstGeom>
          <a:solidFill>
            <a:srgbClr val="21262D"/>
          </a:solidFill>
          <a:ln w="7144">
            <a:solidFill>
              <a:srgbClr val="30363D"/>
            </a:solidFill>
            <a:prstDash val="solid"/>
          </a:ln>
        </p:spPr>
        <p:txBody>
          <a:bodyPr anchor="ctr" rtlCol="0" wrap="square"/>
          <a:p>
            <a:pPr indent="0" marL="0">
              <a:buNone/>
            </a:pPr>
            <a:endParaRPr dirty="0" lang="en-US"/>
          </a:p>
        </p:txBody>
      </p:sp>
      <p:sp>
        <p:nvSpPr>
          <p:cNvPr id="1048784" name="Text 26"/>
          <p:cNvSpPr/>
          <p:nvPr/>
        </p:nvSpPr>
        <p:spPr>
          <a:xfrm>
            <a:off x="742950" y="3714973"/>
            <a:ext cx="71438" cy="71438"/>
          </a:xfrm>
          <a:prstGeom prst="ellipse"/>
          <a:solidFill>
            <a:srgbClr val="2DA44E"/>
          </a:solidFill>
        </p:spPr>
        <p:txBody>
          <a:bodyPr anchor="ctr" rtlCol="0" wrap="square"/>
          <a:p>
            <a:pPr indent="0" marL="0">
              <a:buNone/>
            </a:pPr>
            <a:endParaRPr dirty="0" lang="en-US"/>
          </a:p>
        </p:txBody>
      </p:sp>
      <p:sp>
        <p:nvSpPr>
          <p:cNvPr id="1048785" name="Text 27"/>
          <p:cNvSpPr/>
          <p:nvPr/>
        </p:nvSpPr>
        <p:spPr>
          <a:xfrm>
            <a:off x="871538" y="3691756"/>
            <a:ext cx="1557338" cy="164592"/>
          </a:xfrm>
          <a:prstGeom prst="rect"/>
          <a:noFill/>
        </p:spPr>
        <p:txBody>
          <a:bodyPr anchor="t" bIns="0" lIns="0" rIns="0" rtlCol="0" tIns="0" wrap="square"/>
          <a:p>
            <a:pPr algn="l" indent="0" marL="0">
              <a:lnSpc>
                <a:spcPts val="928"/>
              </a:lnSpc>
              <a:buNone/>
            </a:pPr>
            <a:r>
              <a:rPr dirty="0" sz="800" lang="en-US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merge commit</a:t>
            </a:r>
            <a:endParaRPr dirty="0" sz="800" lang="en-US"/>
          </a:p>
        </p:txBody>
      </p:sp>
      <p:sp>
        <p:nvSpPr>
          <p:cNvPr id="1048786" name="Text 28"/>
          <p:cNvSpPr/>
          <p:nvPr/>
        </p:nvSpPr>
        <p:spPr>
          <a:xfrm>
            <a:off x="742950" y="3838203"/>
            <a:ext cx="1685925" cy="128588"/>
          </a:xfrm>
          <a:prstGeom prst="rect"/>
          <a:noFill/>
        </p:spPr>
        <p:txBody>
          <a:bodyPr anchor="t" bIns="0" lIns="0" rIns="0" rtlCol="0" tIns="0" wrap="none"/>
          <a:p>
            <a:pPr algn="l" indent="0" marL="0">
              <a:lnSpc>
                <a:spcPts val="1013"/>
              </a:lnSpc>
              <a:buNone/>
            </a:pPr>
            <a:r>
              <a:rPr dirty="0" sz="800" lang="en-US">
                <a:solidFill>
                  <a:srgbClr val="2DA44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merge de feature → main</a:t>
            </a:r>
            <a:endParaRPr dirty="0" sz="800" lang="en-US"/>
          </a:p>
        </p:txBody>
      </p:sp>
      <p:sp>
        <p:nvSpPr>
          <p:cNvPr id="1048787" name="Text 29"/>
          <p:cNvSpPr/>
          <p:nvPr/>
        </p:nvSpPr>
        <p:spPr>
          <a:xfrm>
            <a:off x="2582466" y="3616747"/>
            <a:ext cx="1835944" cy="425053"/>
          </a:xfrm>
          <a:prstGeom prst="roundRect">
            <a:avLst>
              <a:gd name="adj" fmla="val 26891"/>
            </a:avLst>
          </a:prstGeom>
          <a:solidFill>
            <a:srgbClr val="21262D"/>
          </a:solidFill>
          <a:ln w="7144">
            <a:solidFill>
              <a:srgbClr val="30363D"/>
            </a:solidFill>
            <a:prstDash val="solid"/>
          </a:ln>
        </p:spPr>
        <p:txBody>
          <a:bodyPr anchor="ctr" rtlCol="0" wrap="square"/>
          <a:p>
            <a:pPr indent="0" marL="0">
              <a:buNone/>
            </a:pPr>
            <a:endParaRPr dirty="0" lang="en-US"/>
          </a:p>
        </p:txBody>
      </p:sp>
      <p:sp>
        <p:nvSpPr>
          <p:cNvPr id="1048788" name="Text 30"/>
          <p:cNvSpPr/>
          <p:nvPr/>
        </p:nvSpPr>
        <p:spPr>
          <a:xfrm>
            <a:off x="2657475" y="3714973"/>
            <a:ext cx="71438" cy="71438"/>
          </a:xfrm>
          <a:prstGeom prst="ellipse"/>
          <a:solidFill>
            <a:srgbClr val="D29922"/>
          </a:solidFill>
        </p:spPr>
        <p:txBody>
          <a:bodyPr anchor="ctr" rtlCol="0" wrap="square"/>
          <a:p>
            <a:pPr indent="0" marL="0">
              <a:buNone/>
            </a:pPr>
            <a:endParaRPr dirty="0" lang="en-US"/>
          </a:p>
        </p:txBody>
      </p:sp>
      <p:sp>
        <p:nvSpPr>
          <p:cNvPr id="1048789" name="Text 31"/>
          <p:cNvSpPr/>
          <p:nvPr/>
        </p:nvSpPr>
        <p:spPr>
          <a:xfrm>
            <a:off x="2786063" y="3691756"/>
            <a:ext cx="1557338" cy="164592"/>
          </a:xfrm>
          <a:prstGeom prst="rect"/>
          <a:noFill/>
        </p:spPr>
        <p:txBody>
          <a:bodyPr anchor="t" bIns="0" lIns="0" rIns="0" rtlCol="0" tIns="0" wrap="square"/>
          <a:p>
            <a:pPr algn="l" indent="0" marL="0">
              <a:lnSpc>
                <a:spcPts val="928"/>
              </a:lnSpc>
              <a:buNone/>
            </a:pPr>
            <a:r>
              <a:rPr dirty="0" sz="800" lang="en-US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HEAD → main</a:t>
            </a:r>
            <a:endParaRPr dirty="0" sz="800" lang="en-US"/>
          </a:p>
        </p:txBody>
      </p:sp>
      <p:sp>
        <p:nvSpPr>
          <p:cNvPr id="1048790" name="Text 32"/>
          <p:cNvSpPr/>
          <p:nvPr/>
        </p:nvSpPr>
        <p:spPr>
          <a:xfrm>
            <a:off x="2657475" y="3838203"/>
            <a:ext cx="1685925" cy="128588"/>
          </a:xfrm>
          <a:prstGeom prst="rect"/>
          <a:noFill/>
        </p:spPr>
        <p:txBody>
          <a:bodyPr anchor="t" bIns="0" lIns="0" rIns="0" rtlCol="0" tIns="0" wrap="none"/>
          <a:p>
            <a:pPr algn="l" indent="0" marL="0">
              <a:lnSpc>
                <a:spcPts val="1013"/>
              </a:lnSpc>
              <a:buNone/>
            </a:pPr>
            <a:r>
              <a:rPr dirty="0" sz="800" lang="en-US">
                <a:solidFill>
                  <a:srgbClr val="D299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puntero actual</a:t>
            </a:r>
            <a:endParaRPr dirty="0" sz="800" lang="en-US"/>
          </a:p>
        </p:txBody>
      </p:sp>
      <p:sp>
        <p:nvSpPr>
          <p:cNvPr id="1048791" name="Shape 33"/>
          <p:cNvSpPr/>
          <p:nvPr/>
        </p:nvSpPr>
        <p:spPr>
          <a:xfrm>
            <a:off x="664369" y="4336926"/>
            <a:ext cx="3757613" cy="0"/>
          </a:xfrm>
          <a:prstGeom prst="line"/>
          <a:noFill/>
          <a:ln w="7144">
            <a:solidFill>
              <a:srgbClr val="30363D"/>
            </a:solidFill>
            <a:prstDash val="dash"/>
          </a:ln>
        </p:spPr>
      </p:sp>
      <p:sp>
        <p:nvSpPr>
          <p:cNvPr id="1048792" name="Text 34"/>
          <p:cNvSpPr/>
          <p:nvPr/>
        </p:nvSpPr>
        <p:spPr>
          <a:xfrm>
            <a:off x="664369" y="4454798"/>
            <a:ext cx="3757613" cy="235744"/>
          </a:xfrm>
          <a:prstGeom prst="rect"/>
          <a:noFill/>
        </p:spPr>
        <p:txBody>
          <a:bodyPr anchor="t" bIns="0" lIns="0" rIns="0" rtlCol="0" tIns="0" wrap="square"/>
          <a:p>
            <a:pPr algn="l" indent="0" marL="0">
              <a:lnSpc>
                <a:spcPts val="928"/>
              </a:lnSpc>
              <a:buNone/>
            </a:pPr>
            <a:r>
              <a:rPr dirty="0" sz="800" lang="en-US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git switch </a:t>
            </a:r>
            <a:r>
              <a:rPr dirty="0" sz="800" lang="en-US">
                <a:solidFill>
                  <a:srgbClr val="58A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-c</a:t>
            </a:r>
            <a:r>
              <a:rPr dirty="0" sz="800" lang="en-US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dirty="0" sz="800" lang="en-US">
                <a:solidFill>
                  <a:srgbClr val="F78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feature/login</a:t>
            </a:r>
            <a:endParaRPr dirty="0" sz="800" lang="en-US"/>
          </a:p>
          <a:p>
            <a:pPr algn="l" indent="0" marL="0">
              <a:lnSpc>
                <a:spcPts val="928"/>
              </a:lnSpc>
              <a:buNone/>
            </a:pPr>
            <a:r>
              <a:rPr dirty="0" sz="800" lang="en-US">
                <a:solidFill>
                  <a:srgbClr val="2DA44E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r>
              <a:rPr dirty="0" sz="800" lang="en-US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rama creada · puntero barato · sin copiar archivos</a:t>
            </a:r>
            <a:endParaRPr dirty="0" sz="800" lang="en-US"/>
          </a:p>
        </p:txBody>
      </p:sp>
      <p:sp>
        <p:nvSpPr>
          <p:cNvPr id="1048793" name="Text 35"/>
          <p:cNvSpPr/>
          <p:nvPr/>
        </p:nvSpPr>
        <p:spPr>
          <a:xfrm>
            <a:off x="4775597" y="1415132"/>
            <a:ext cx="3850481" cy="3421856"/>
          </a:xfrm>
          <a:prstGeom prst="roundRect">
            <a:avLst>
              <a:gd name="adj" fmla="val 2784"/>
            </a:avLst>
          </a:prstGeom>
          <a:solidFill>
            <a:srgbClr val="010409"/>
          </a:solidFill>
          <a:ln w="7144">
            <a:solidFill>
              <a:srgbClr val="30363D"/>
            </a:solidFill>
            <a:prstDash val="solid"/>
          </a:ln>
        </p:spPr>
        <p:txBody>
          <a:bodyPr anchor="ctr" rtlCol="0" wrap="square"/>
          <a:p>
            <a:pPr indent="0" marL="0">
              <a:buNone/>
            </a:pPr>
            <a:endParaRPr dirty="0" lang="en-US"/>
          </a:p>
        </p:txBody>
      </p:sp>
      <p:sp>
        <p:nvSpPr>
          <p:cNvPr id="1048794" name="Text 36"/>
          <p:cNvSpPr/>
          <p:nvPr/>
        </p:nvSpPr>
        <p:spPr>
          <a:xfrm>
            <a:off x="4779169" y="1418704"/>
            <a:ext cx="3843338" cy="295684"/>
          </a:xfrm>
          <a:prstGeom prst="rect"/>
          <a:solidFill>
            <a:srgbClr val="161B22"/>
          </a:solidFill>
        </p:spPr>
        <p:txBody>
          <a:bodyPr anchor="ctr" rtlCol="0" wrap="square"/>
          <a:p>
            <a:pPr indent="0" marL="0">
              <a:buNone/>
            </a:pPr>
            <a:endParaRPr dirty="0" lang="en-US"/>
          </a:p>
        </p:txBody>
      </p:sp>
      <p:sp>
        <p:nvSpPr>
          <p:cNvPr id="1048795" name="Shape 37"/>
          <p:cNvSpPr/>
          <p:nvPr/>
        </p:nvSpPr>
        <p:spPr>
          <a:xfrm>
            <a:off x="4779169" y="1710817"/>
            <a:ext cx="3843338" cy="0"/>
          </a:xfrm>
          <a:prstGeom prst="line"/>
          <a:noFill/>
          <a:ln w="7144">
            <a:solidFill>
              <a:srgbClr val="30363D"/>
            </a:solidFill>
            <a:prstDash val="solid"/>
          </a:ln>
        </p:spPr>
      </p:sp>
      <p:sp>
        <p:nvSpPr>
          <p:cNvPr id="1048796" name="Text 38"/>
          <p:cNvSpPr/>
          <p:nvPr/>
        </p:nvSpPr>
        <p:spPr>
          <a:xfrm>
            <a:off x="4893469" y="1527200"/>
            <a:ext cx="71438" cy="71438"/>
          </a:xfrm>
          <a:prstGeom prst="ellipse"/>
          <a:solidFill>
            <a:srgbClr val="FF5F56"/>
          </a:solidFill>
        </p:spPr>
        <p:txBody>
          <a:bodyPr anchor="ctr" rtlCol="0" wrap="square"/>
          <a:p>
            <a:pPr indent="0" marL="0">
              <a:buNone/>
            </a:pPr>
            <a:endParaRPr dirty="0" lang="en-US"/>
          </a:p>
        </p:txBody>
      </p:sp>
      <p:sp>
        <p:nvSpPr>
          <p:cNvPr id="1048797" name="Text 39"/>
          <p:cNvSpPr/>
          <p:nvPr/>
        </p:nvSpPr>
        <p:spPr>
          <a:xfrm>
            <a:off x="5007769" y="1527200"/>
            <a:ext cx="71438" cy="71438"/>
          </a:xfrm>
          <a:prstGeom prst="ellipse"/>
          <a:solidFill>
            <a:srgbClr val="FFBD2E"/>
          </a:solidFill>
        </p:spPr>
        <p:txBody>
          <a:bodyPr anchor="ctr" rtlCol="0" wrap="square"/>
          <a:p>
            <a:pPr indent="0" marL="0">
              <a:buNone/>
            </a:pPr>
            <a:endParaRPr dirty="0" lang="en-US"/>
          </a:p>
        </p:txBody>
      </p:sp>
      <p:sp>
        <p:nvSpPr>
          <p:cNvPr id="1048798" name="Text 40"/>
          <p:cNvSpPr/>
          <p:nvPr/>
        </p:nvSpPr>
        <p:spPr>
          <a:xfrm>
            <a:off x="5122069" y="1527200"/>
            <a:ext cx="71438" cy="71438"/>
          </a:xfrm>
          <a:prstGeom prst="ellipse"/>
          <a:solidFill>
            <a:srgbClr val="27C93F"/>
          </a:solidFill>
        </p:spPr>
        <p:txBody>
          <a:bodyPr anchor="ctr" rtlCol="0" wrap="square"/>
          <a:p>
            <a:pPr indent="0" marL="0">
              <a:buNone/>
            </a:pPr>
            <a:endParaRPr dirty="0" lang="en-US"/>
          </a:p>
        </p:txBody>
      </p:sp>
      <p:sp>
        <p:nvSpPr>
          <p:cNvPr id="1048799" name="Text 41"/>
          <p:cNvSpPr/>
          <p:nvPr/>
        </p:nvSpPr>
        <p:spPr>
          <a:xfrm>
            <a:off x="5264944" y="1490142"/>
            <a:ext cx="2836069" cy="145666"/>
          </a:xfrm>
          <a:prstGeom prst="rect"/>
          <a:noFill/>
        </p:spPr>
        <p:txBody>
          <a:bodyPr anchor="t" bIns="0" lIns="0" rIns="0" rtlCol="0" tIns="0" wrap="square"/>
          <a:p>
            <a:pPr algn="l" indent="0" marL="0">
              <a:lnSpc>
                <a:spcPts val="1148"/>
              </a:lnSpc>
              <a:buNone/>
            </a:pPr>
            <a:r>
              <a:rPr dirty="0" sz="800" lang="en-US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bash — profesor@aula</a:t>
            </a:r>
            <a:endParaRPr dirty="0" sz="800" lang="en-US"/>
          </a:p>
        </p:txBody>
      </p:sp>
      <p:sp>
        <p:nvSpPr>
          <p:cNvPr id="1048800" name="Text 42"/>
          <p:cNvSpPr/>
          <p:nvPr/>
        </p:nvSpPr>
        <p:spPr>
          <a:xfrm>
            <a:off x="8066650" y="1496169"/>
            <a:ext cx="490206" cy="139638"/>
          </a:xfrm>
          <a:prstGeom prst="rect"/>
          <a:noFill/>
        </p:spPr>
        <p:txBody>
          <a:bodyPr anchor="t" bIns="0" lIns="0" rIns="0" rtlCol="0" tIns="0" wrap="none"/>
          <a:p>
            <a:pPr algn="l" indent="0" marL="0">
              <a:lnSpc>
                <a:spcPts val="1052"/>
              </a:lnSpc>
              <a:buNone/>
            </a:pPr>
            <a:r>
              <a:rPr dirty="0" sz="619" lang="en-US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~/hola-git</a:t>
            </a:r>
            <a:endParaRPr dirty="0" sz="619" lang="en-US"/>
          </a:p>
        </p:txBody>
      </p:sp>
      <p:sp>
        <p:nvSpPr>
          <p:cNvPr id="1048801" name="Text 43"/>
          <p:cNvSpPr/>
          <p:nvPr/>
        </p:nvSpPr>
        <p:spPr>
          <a:xfrm>
            <a:off x="4779169" y="1714388"/>
            <a:ext cx="3843338" cy="3119028"/>
          </a:xfrm>
          <a:prstGeom prst="rect"/>
          <a:noFill/>
        </p:spPr>
        <p:txBody>
          <a:bodyPr anchor="t" bIns="100013" lIns="128588" rIns="128588" rtlCol="0" tIns="100013" wrap="square"/>
          <a:p>
            <a:pPr algn="l" indent="0" marL="0">
              <a:lnSpc>
                <a:spcPts val="1253"/>
              </a:lnSpc>
              <a:buNone/>
            </a:pPr>
            <a:r>
              <a:rPr dirty="0" sz="800" lang="en-US">
                <a:solidFill>
                  <a:srgbClr val="F78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</a:t>
            </a:r>
            <a:r>
              <a:rPr dirty="0" sz="800" lang="en-US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git switch </a:t>
            </a:r>
            <a:r>
              <a:rPr dirty="0" sz="800" lang="en-US">
                <a:solidFill>
                  <a:srgbClr val="58A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-c</a:t>
            </a:r>
            <a:r>
              <a:rPr dirty="0" sz="800" lang="en-US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dirty="0" sz="800" lang="en-US">
                <a:solidFill>
                  <a:srgbClr val="D299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feature/login</a:t>
            </a:r>
            <a:r>
              <a:rPr dirty="0" sz="800" lang="en-US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dirty="0" sz="800" lang="en-US">
                <a:solidFill>
                  <a:srgbClr val="2DA44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Switched to a new branch 'feature/login'</a:t>
            </a:r>
            <a:r>
              <a:rPr dirty="0" sz="800" lang="en-US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dirty="0" sz="800" lang="en-US">
                <a:solidFill>
                  <a:srgbClr val="F78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</a:t>
            </a:r>
            <a:r>
              <a:rPr dirty="0" sz="800" lang="en-US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echo </a:t>
            </a:r>
            <a:r>
              <a:rPr dirty="0" sz="800" lang="en-US">
                <a:solidFill>
                  <a:srgbClr val="D299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'login.html'</a:t>
            </a:r>
            <a:r>
              <a:rPr dirty="0" sz="800" lang="en-US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&gt; login.html </a:t>
            </a:r>
            <a:r>
              <a:rPr dirty="0" sz="800" lang="en-US">
                <a:solidFill>
                  <a:srgbClr val="F78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</a:t>
            </a:r>
            <a:r>
              <a:rPr dirty="0" sz="800" lang="en-US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git add . </a:t>
            </a:r>
            <a:r>
              <a:rPr dirty="0" sz="800" lang="en-US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&amp;&amp;</a:t>
            </a:r>
            <a:r>
              <a:rPr dirty="0" sz="800" lang="en-US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git commit </a:t>
            </a:r>
            <a:r>
              <a:rPr dirty="0" sz="800" lang="en-US">
                <a:solidFill>
                  <a:srgbClr val="58A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-m</a:t>
            </a:r>
            <a:r>
              <a:rPr dirty="0" sz="800" lang="en-US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dirty="0" sz="800" lang="en-US">
                <a:solidFill>
                  <a:srgbClr val="D299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"feat: agrega página de login"</a:t>
            </a:r>
            <a:r>
              <a:rPr dirty="0" sz="800" lang="en-US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dirty="0" sz="800" lang="en-US">
                <a:solidFill>
                  <a:srgbClr val="2DA44E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[feature/login 4f5e6a7]</a:t>
            </a:r>
            <a:r>
              <a:rPr dirty="0" sz="800" lang="en-US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dirty="0" sz="800" lang="en-US">
                <a:solidFill>
                  <a:srgbClr val="D299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feat: agrega página de login</a:t>
            </a:r>
            <a:r>
              <a:rPr dirty="0" sz="800" lang="en-US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dirty="0" sz="800" lang="en-US">
                <a:solidFill>
                  <a:srgbClr val="F78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</a:t>
            </a:r>
            <a:r>
              <a:rPr dirty="0" sz="800" lang="en-US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git switch </a:t>
            </a:r>
            <a:r>
              <a:rPr dirty="0" sz="800" lang="en-US">
                <a:solidFill>
                  <a:srgbClr val="D299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main</a:t>
            </a:r>
            <a:r>
              <a:rPr dirty="0" sz="800" lang="en-US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dirty="0" sz="800" lang="en-US">
                <a:solidFill>
                  <a:srgbClr val="F78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</a:t>
            </a:r>
            <a:r>
              <a:rPr dirty="0" sz="800" lang="en-US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git merge </a:t>
            </a:r>
            <a:r>
              <a:rPr dirty="0" sz="800" lang="en-US">
                <a:solidFill>
                  <a:srgbClr val="D299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feature/login</a:t>
            </a:r>
            <a:r>
              <a:rPr dirty="0" sz="800" lang="en-US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dirty="0" sz="800" lang="en-US">
                <a:solidFill>
                  <a:srgbClr val="8B949E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Updating a1b2c3d..4f5e6a7</a:t>
            </a:r>
            <a:r>
              <a:rPr dirty="0" sz="800" lang="en-US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dirty="0" sz="800" lang="en-US">
                <a:solidFill>
                  <a:srgbClr val="2DA44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Fast-forward</a:t>
            </a:r>
            <a:r>
              <a:rPr dirty="0" sz="800" lang="en-US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dirty="0" sz="800" lang="en-US">
                <a:solidFill>
                  <a:srgbClr val="8B949E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 login.html | 1 +</a:t>
            </a:r>
            <a:r>
              <a:rPr dirty="0" sz="800" lang="en-US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dirty="0" sz="800" lang="en-US">
                <a:solidFill>
                  <a:srgbClr val="F78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</a:t>
            </a:r>
            <a:r>
              <a:rPr dirty="0" sz="800" lang="en-US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git log </a:t>
            </a:r>
            <a:r>
              <a:rPr dirty="0" sz="800" lang="en-US">
                <a:solidFill>
                  <a:srgbClr val="58A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--oneline</a:t>
            </a:r>
            <a:r>
              <a:rPr dirty="0" sz="800" lang="en-US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dirty="0" sz="800" lang="en-US">
                <a:solidFill>
                  <a:srgbClr val="58A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--graph</a:t>
            </a:r>
            <a:r>
              <a:rPr dirty="0" sz="800" lang="en-US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dirty="0" sz="800" lang="en-US">
                <a:solidFill>
                  <a:srgbClr val="58A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--all</a:t>
            </a:r>
            <a:r>
              <a:rPr dirty="0" sz="800" lang="en-US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dirty="0" sz="800" lang="en-US">
                <a:solidFill>
                  <a:srgbClr val="58A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</a:t>
            </a:r>
            <a:r>
              <a:rPr dirty="0" sz="800" lang="en-US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dirty="0" sz="800" lang="en-US">
                <a:solidFill>
                  <a:srgbClr val="2DA44E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4f5e6a7</a:t>
            </a:r>
            <a:r>
              <a:rPr dirty="0" sz="800" lang="en-US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dirty="0" sz="800" lang="en-US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(HEAD -&gt; main, feature/login)</a:t>
            </a:r>
            <a:r>
              <a:rPr dirty="0" sz="800" lang="en-US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dirty="0" sz="800" lang="en-US">
                <a:solidFill>
                  <a:srgbClr val="D299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feat: agrega página de login</a:t>
            </a:r>
            <a:r>
              <a:rPr dirty="0" sz="800" lang="en-US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dirty="0" sz="800" lang="en-US">
                <a:solidFill>
                  <a:srgbClr val="58A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</a:t>
            </a:r>
            <a:r>
              <a:rPr dirty="0" sz="800" lang="en-US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dirty="0" sz="800" lang="en-US">
                <a:solidFill>
                  <a:srgbClr val="8B949E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a1b2c3d</a:t>
            </a:r>
            <a:r>
              <a:rPr dirty="0" sz="800" lang="en-US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dirty="0" sz="800" lang="en-US">
                <a:solidFill>
                  <a:srgbClr val="D299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feat: primer commit del proyecto</a:t>
            </a:r>
            <a:endParaRPr dirty="0" sz="800" lang="en-US"/>
          </a:p>
        </p:txBody>
      </p:sp>
      <p:sp>
        <p:nvSpPr>
          <p:cNvPr id="1048802" name="Shape 44"/>
          <p:cNvSpPr/>
          <p:nvPr/>
        </p:nvSpPr>
        <p:spPr>
          <a:xfrm>
            <a:off x="514350" y="4958432"/>
            <a:ext cx="8115300" cy="0"/>
          </a:xfrm>
          <a:prstGeom prst="line"/>
          <a:noFill/>
          <a:ln w="7144">
            <a:solidFill>
              <a:srgbClr val="30363D"/>
            </a:solidFill>
            <a:prstDash val="solid"/>
          </a:ln>
        </p:spPr>
      </p:sp>
      <p:sp>
        <p:nvSpPr>
          <p:cNvPr id="1048803" name="Text 45"/>
          <p:cNvSpPr/>
          <p:nvPr/>
        </p:nvSpPr>
        <p:spPr>
          <a:xfrm>
            <a:off x="514350" y="5054873"/>
            <a:ext cx="91440" cy="91440"/>
          </a:xfrm>
          <a:prstGeom prst="rect"/>
          <a:noFill/>
        </p:spPr>
        <p:txBody>
          <a:bodyPr anchor="ctr" bIns="0" lIns="0" rIns="0" rtlCol="0" tIns="0" wrap="none"/>
          <a:p>
            <a:pPr algn="ctr" indent="0" marL="0">
              <a:buNone/>
            </a:pPr>
            <a:r>
              <a:rPr dirty="0" sz="844" lang="en-US">
                <a:solidFill>
                  <a:srgbClr val="8B949E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◆</a:t>
            </a:r>
            <a:endParaRPr dirty="0" sz="844" lang="en-US"/>
          </a:p>
        </p:txBody>
      </p:sp>
      <p:sp>
        <p:nvSpPr>
          <p:cNvPr id="1048804" name="Text 46"/>
          <p:cNvSpPr/>
          <p:nvPr/>
        </p:nvSpPr>
        <p:spPr>
          <a:xfrm>
            <a:off x="667941" y="5040585"/>
            <a:ext cx="3594311" cy="102915"/>
          </a:xfrm>
          <a:prstGeom prst="rect"/>
          <a:noFill/>
        </p:spPr>
        <p:txBody>
          <a:bodyPr anchor="t" bIns="0" lIns="0" rIns="0" rtlCol="0" tIns="0" wrap="square"/>
          <a:p>
            <a:pPr algn="l" indent="0" marL="0">
              <a:lnSpc>
                <a:spcPts val="928"/>
              </a:lnSpc>
              <a:buNone/>
            </a:pPr>
            <a:r>
              <a:rPr dirty="0" sz="619" lang="en-US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switch -c = crear + cambiar en un paso · merge --no-ff fuerza commit de merge (tema GitFlow)</a:t>
            </a:r>
            <a:endParaRPr dirty="0" sz="619" lang="en-US"/>
          </a:p>
        </p:txBody>
      </p:sp>
      <p:sp>
        <p:nvSpPr>
          <p:cNvPr id="1048805" name="Text 47"/>
          <p:cNvSpPr/>
          <p:nvPr/>
        </p:nvSpPr>
        <p:spPr>
          <a:xfrm>
            <a:off x="7549939" y="5033442"/>
            <a:ext cx="1144493" cy="110058"/>
          </a:xfrm>
          <a:prstGeom prst="rect"/>
          <a:noFill/>
        </p:spPr>
        <p:txBody>
          <a:bodyPr anchor="t" bIns="0" lIns="0" rIns="0" rtlCol="0" tIns="0" wrap="square"/>
          <a:p>
            <a:pPr algn="l" indent="0" marL="0">
              <a:lnSpc>
                <a:spcPts val="928"/>
              </a:lnSpc>
              <a:buNone/>
            </a:pPr>
            <a:r>
              <a:rPr dirty="0" sz="619" lang="en-US">
                <a:solidFill>
                  <a:srgbClr val="8B949E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Fundamentos de Git · Demo #2</a:t>
            </a:r>
            <a:endParaRPr dirty="0" sz="619" lang="en-US"/>
          </a:p>
        </p:txBody>
      </p:sp>
    </p:spTree>
  </p:cSld>
  <p:clrMapOvr>
    <a:masterClrMapping/>
  </p:clrMapOvr>
  <p:timing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117"/>
        </a:solidFill>
        <a:effectLst/>
      </p:bgPr>
    </p:bg>
    <p:spTree>
      <p:nvGrpSpPr>
        <p:cNvPr id="3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09" name="Text 0"/>
          <p:cNvSpPr/>
          <p:nvPr/>
        </p:nvSpPr>
        <p:spPr>
          <a:xfrm>
            <a:off x="491490" y="388691"/>
            <a:ext cx="1230690" cy="212027"/>
          </a:xfrm>
          <a:prstGeom prst="roundRect">
            <a:avLst>
              <a:gd name="adj" fmla="val 4487860"/>
            </a:avLst>
          </a:prstGeom>
          <a:solidFill>
            <a:srgbClr val="58A6FF">
              <a:alpha val="8000"/>
            </a:srgbClr>
          </a:solidFill>
          <a:ln w="7144">
            <a:solidFill>
              <a:srgbClr val="58A6FF"/>
            </a:solidFill>
            <a:prstDash val="solid"/>
          </a:ln>
        </p:spPr>
        <p:txBody>
          <a:bodyPr anchor="ctr" rtlCol="0" wrap="square"/>
          <a:p>
            <a:pPr indent="0" marL="0">
              <a:buNone/>
            </a:pPr>
            <a:endParaRPr dirty="0" lang="en-US"/>
          </a:p>
        </p:txBody>
      </p:sp>
      <p:sp>
        <p:nvSpPr>
          <p:cNvPr id="1048810" name="Text 1"/>
          <p:cNvSpPr/>
          <p:nvPr/>
        </p:nvSpPr>
        <p:spPr>
          <a:xfrm>
            <a:off x="735806" y="442913"/>
            <a:ext cx="870645" cy="139654"/>
          </a:xfrm>
          <a:prstGeom prst="rect"/>
          <a:noFill/>
        </p:spPr>
        <p:txBody>
          <a:bodyPr anchor="t" bIns="0" lIns="0" rIns="0" rtlCol="0" tIns="0" wrap="none"/>
          <a:p>
            <a:pPr algn="l" indent="0" marL="0">
              <a:lnSpc>
                <a:spcPts val="928"/>
              </a:lnSpc>
              <a:buNone/>
            </a:pPr>
            <a:r>
              <a:rPr dirty="0" sz="619" kern="0" lang="en-US" spc="25">
                <a:solidFill>
                  <a:srgbClr val="58A6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DEMO EN VIVO </a:t>
            </a:r>
            <a:r>
              <a:rPr dirty="0" sz="619" kern="0" lang="en-US" spc="25" smtClean="0">
                <a:solidFill>
                  <a:srgbClr val="58A6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·</a:t>
            </a:r>
            <a:endParaRPr dirty="0" sz="619" lang="en-US"/>
          </a:p>
        </p:txBody>
      </p:sp>
      <p:sp>
        <p:nvSpPr>
          <p:cNvPr id="1048811" name="Text 2"/>
          <p:cNvSpPr/>
          <p:nvPr/>
        </p:nvSpPr>
        <p:spPr>
          <a:xfrm>
            <a:off x="607219" y="451842"/>
            <a:ext cx="91440" cy="91440"/>
          </a:xfrm>
          <a:prstGeom prst="rect"/>
          <a:noFill/>
        </p:spPr>
        <p:txBody>
          <a:bodyPr anchor="ctr" bIns="0" lIns="0" rIns="0" rtlCol="0" tIns="0" wrap="none"/>
          <a:p>
            <a:pPr algn="ctr" indent="0" marL="0">
              <a:buNone/>
            </a:pPr>
            <a:r>
              <a:rPr dirty="0" sz="844" lang="en-US">
                <a:solidFill>
                  <a:srgbClr val="58A6F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▶</a:t>
            </a:r>
            <a:endParaRPr dirty="0" sz="844" lang="en-US"/>
          </a:p>
        </p:txBody>
      </p:sp>
      <p:sp>
        <p:nvSpPr>
          <p:cNvPr id="1048812" name="Text 3"/>
          <p:cNvSpPr/>
          <p:nvPr/>
        </p:nvSpPr>
        <p:spPr>
          <a:xfrm>
            <a:off x="514350" y="675084"/>
            <a:ext cx="5669392" cy="283991"/>
          </a:xfrm>
          <a:prstGeom prst="rect"/>
          <a:noFill/>
        </p:spPr>
        <p:txBody>
          <a:bodyPr anchor="t" bIns="0" lIns="0" rIns="0" rtlCol="0" tIns="0" wrap="square">
            <a:normAutofit/>
          </a:bodyPr>
          <a:p>
            <a:pPr algn="l" indent="0" marL="0">
              <a:lnSpc>
                <a:spcPts val="2228"/>
              </a:lnSpc>
              <a:buNone/>
            </a:pPr>
            <a:r>
              <a:rPr b="1" dirty="0" sz="2025" kern="0" lang="en-US" spc="-20">
                <a:solidFill>
                  <a:srgbClr val="C9D1D9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Demo #3 · </a:t>
            </a:r>
            <a:r>
              <a:rPr b="1" dirty="0" sz="2025" kern="0" lang="en-US" spc="-20">
                <a:solidFill>
                  <a:srgbClr val="58A6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Push a GitHub</a:t>
            </a:r>
            <a:r>
              <a:rPr b="1" dirty="0" sz="2025" kern="0" lang="en-US" spc="-20">
                <a:solidFill>
                  <a:srgbClr val="C9D1D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y disparo de pipeline</a:t>
            </a:r>
            <a:endParaRPr dirty="0" sz="2025" lang="en-US"/>
          </a:p>
        </p:txBody>
      </p:sp>
      <p:sp>
        <p:nvSpPr>
          <p:cNvPr id="1048813" name="Text 4"/>
          <p:cNvSpPr/>
          <p:nvPr/>
        </p:nvSpPr>
        <p:spPr>
          <a:xfrm>
            <a:off x="514350" y="986507"/>
            <a:ext cx="5153992" cy="173593"/>
          </a:xfrm>
          <a:prstGeom prst="rect"/>
          <a:noFill/>
        </p:spPr>
        <p:txBody>
          <a:bodyPr anchor="t" bIns="0" lIns="0" rIns="0" rtlCol="0" tIns="0" wrap="square"/>
          <a:p>
            <a:pPr algn="l" indent="0" marL="0">
              <a:lnSpc>
                <a:spcPts val="1266"/>
              </a:lnSpc>
              <a:buNone/>
            </a:pPr>
            <a:r>
              <a:rPr dirty="0" sz="844" lang="en-US">
                <a:solidFill>
                  <a:srgbClr val="8B949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Cada push puede activar un workflow de GitHub Actions.</a:t>
            </a:r>
            <a:endParaRPr dirty="0" sz="844" lang="en-US"/>
          </a:p>
        </p:txBody>
      </p:sp>
      <p:sp>
        <p:nvSpPr>
          <p:cNvPr id="1048814" name="Text 6"/>
          <p:cNvSpPr/>
          <p:nvPr/>
        </p:nvSpPr>
        <p:spPr>
          <a:xfrm>
            <a:off x="8031018" y="787933"/>
            <a:ext cx="598632" cy="164592"/>
          </a:xfrm>
          <a:prstGeom prst="rect"/>
          <a:noFill/>
        </p:spPr>
        <p:txBody>
          <a:bodyPr anchor="t" bIns="0" lIns="0" rIns="0" rtlCol="0" tIns="0" wrap="none"/>
          <a:p>
            <a:pPr algn="r" indent="0" marL="0">
              <a:lnSpc>
                <a:spcPts val="928"/>
              </a:lnSpc>
              <a:buNone/>
            </a:pPr>
            <a:r>
              <a:rPr dirty="0" sz="619" lang="en-US">
                <a:solidFill>
                  <a:srgbClr val="58A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origin/main</a:t>
            </a:r>
            <a:endParaRPr dirty="0" sz="619" lang="en-US"/>
          </a:p>
        </p:txBody>
      </p:sp>
      <p:sp>
        <p:nvSpPr>
          <p:cNvPr id="1048815" name="Text 7"/>
          <p:cNvSpPr/>
          <p:nvPr/>
        </p:nvSpPr>
        <p:spPr>
          <a:xfrm>
            <a:off x="514350" y="1261542"/>
            <a:ext cx="8115300" cy="7144"/>
          </a:xfrm>
          <a:prstGeom prst="rect"/>
          <a:solidFill>
            <a:srgbClr val="30363D"/>
          </a:solidFill>
        </p:spPr>
        <p:txBody>
          <a:bodyPr anchor="ctr" rtlCol="0" wrap="square"/>
          <a:p>
            <a:pPr indent="0" marL="0">
              <a:buNone/>
            </a:pPr>
            <a:endParaRPr dirty="0" lang="en-US"/>
          </a:p>
        </p:txBody>
      </p:sp>
      <p:sp>
        <p:nvSpPr>
          <p:cNvPr id="1048816" name="Text 8"/>
          <p:cNvSpPr/>
          <p:nvPr/>
        </p:nvSpPr>
        <p:spPr>
          <a:xfrm>
            <a:off x="517922" y="1386557"/>
            <a:ext cx="8108156" cy="842851"/>
          </a:xfrm>
          <a:prstGeom prst="roundRect">
            <a:avLst>
              <a:gd name="adj" fmla="val 11301"/>
            </a:avLst>
          </a:prstGeom>
          <a:solidFill>
            <a:srgbClr val="010409"/>
          </a:solidFill>
          <a:ln w="7144">
            <a:solidFill>
              <a:srgbClr val="30363D"/>
            </a:solidFill>
            <a:prstDash val="solid"/>
          </a:ln>
        </p:spPr>
        <p:txBody>
          <a:bodyPr anchor="ctr" rtlCol="0" wrap="square"/>
          <a:p>
            <a:pPr indent="0" marL="0">
              <a:buNone/>
            </a:pPr>
            <a:endParaRPr dirty="0" lang="en-US"/>
          </a:p>
        </p:txBody>
      </p:sp>
      <p:sp>
        <p:nvSpPr>
          <p:cNvPr id="1048817" name="Text 9"/>
          <p:cNvSpPr/>
          <p:nvPr/>
        </p:nvSpPr>
        <p:spPr>
          <a:xfrm>
            <a:off x="521494" y="1390129"/>
            <a:ext cx="8101013" cy="295684"/>
          </a:xfrm>
          <a:prstGeom prst="rect"/>
          <a:solidFill>
            <a:srgbClr val="161B22"/>
          </a:solidFill>
        </p:spPr>
        <p:txBody>
          <a:bodyPr anchor="ctr" rtlCol="0" wrap="square"/>
          <a:p>
            <a:pPr indent="0" marL="0">
              <a:buNone/>
            </a:pPr>
            <a:endParaRPr dirty="0" lang="en-US"/>
          </a:p>
        </p:txBody>
      </p:sp>
      <p:sp>
        <p:nvSpPr>
          <p:cNvPr id="1048818" name="Shape 10"/>
          <p:cNvSpPr/>
          <p:nvPr/>
        </p:nvSpPr>
        <p:spPr>
          <a:xfrm>
            <a:off x="521494" y="1682242"/>
            <a:ext cx="8101013" cy="0"/>
          </a:xfrm>
          <a:prstGeom prst="line"/>
          <a:noFill/>
          <a:ln w="7144">
            <a:solidFill>
              <a:srgbClr val="30363D"/>
            </a:solidFill>
            <a:prstDash val="solid"/>
          </a:ln>
        </p:spPr>
      </p:sp>
      <p:sp>
        <p:nvSpPr>
          <p:cNvPr id="1048819" name="Text 11"/>
          <p:cNvSpPr/>
          <p:nvPr/>
        </p:nvSpPr>
        <p:spPr>
          <a:xfrm>
            <a:off x="635794" y="1498625"/>
            <a:ext cx="71438" cy="71438"/>
          </a:xfrm>
          <a:prstGeom prst="ellipse"/>
          <a:solidFill>
            <a:srgbClr val="FF5F56"/>
          </a:solidFill>
        </p:spPr>
        <p:txBody>
          <a:bodyPr anchor="ctr" rtlCol="0" wrap="square"/>
          <a:p>
            <a:pPr indent="0" marL="0">
              <a:buNone/>
            </a:pPr>
            <a:endParaRPr dirty="0" lang="en-US"/>
          </a:p>
        </p:txBody>
      </p:sp>
      <p:sp>
        <p:nvSpPr>
          <p:cNvPr id="1048820" name="Text 12"/>
          <p:cNvSpPr/>
          <p:nvPr/>
        </p:nvSpPr>
        <p:spPr>
          <a:xfrm>
            <a:off x="750094" y="1498625"/>
            <a:ext cx="71438" cy="71438"/>
          </a:xfrm>
          <a:prstGeom prst="ellipse"/>
          <a:solidFill>
            <a:srgbClr val="FFBD2E"/>
          </a:solidFill>
        </p:spPr>
        <p:txBody>
          <a:bodyPr anchor="ctr" rtlCol="0" wrap="square"/>
          <a:p>
            <a:pPr indent="0" marL="0">
              <a:buNone/>
            </a:pPr>
            <a:endParaRPr dirty="0" lang="en-US"/>
          </a:p>
        </p:txBody>
      </p:sp>
      <p:sp>
        <p:nvSpPr>
          <p:cNvPr id="1048821" name="Text 13"/>
          <p:cNvSpPr/>
          <p:nvPr/>
        </p:nvSpPr>
        <p:spPr>
          <a:xfrm>
            <a:off x="864394" y="1498625"/>
            <a:ext cx="71438" cy="71438"/>
          </a:xfrm>
          <a:prstGeom prst="ellipse"/>
          <a:solidFill>
            <a:srgbClr val="27C93F"/>
          </a:solidFill>
        </p:spPr>
        <p:txBody>
          <a:bodyPr anchor="ctr" rtlCol="0" wrap="square"/>
          <a:p>
            <a:pPr indent="0" marL="0">
              <a:buNone/>
            </a:pPr>
            <a:endParaRPr dirty="0" lang="en-US"/>
          </a:p>
        </p:txBody>
      </p:sp>
      <p:sp>
        <p:nvSpPr>
          <p:cNvPr id="1048822" name="Text 14"/>
          <p:cNvSpPr/>
          <p:nvPr/>
        </p:nvSpPr>
        <p:spPr>
          <a:xfrm>
            <a:off x="1007269" y="1461567"/>
            <a:ext cx="6818709" cy="145666"/>
          </a:xfrm>
          <a:prstGeom prst="rect"/>
          <a:noFill/>
        </p:spPr>
        <p:txBody>
          <a:bodyPr anchor="t" bIns="0" lIns="0" rIns="0" rtlCol="0" tIns="0" wrap="square"/>
          <a:p>
            <a:pPr algn="l" indent="0" marL="0">
              <a:lnSpc>
                <a:spcPts val="1148"/>
              </a:lnSpc>
              <a:buNone/>
            </a:pPr>
            <a:r>
              <a:rPr dirty="0" sz="800" lang="en-US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bash — profesor@aula</a:t>
            </a:r>
            <a:endParaRPr dirty="0" sz="800" lang="en-US"/>
          </a:p>
        </p:txBody>
      </p:sp>
      <p:sp>
        <p:nvSpPr>
          <p:cNvPr id="1048823" name="Text 15"/>
          <p:cNvSpPr/>
          <p:nvPr/>
        </p:nvSpPr>
        <p:spPr>
          <a:xfrm>
            <a:off x="7840266" y="1467594"/>
            <a:ext cx="667941" cy="139638"/>
          </a:xfrm>
          <a:prstGeom prst="rect"/>
          <a:noFill/>
        </p:spPr>
        <p:txBody>
          <a:bodyPr anchor="t" bIns="0" lIns="0" rIns="0" rtlCol="0" tIns="0" wrap="none"/>
          <a:p>
            <a:pPr algn="l" indent="0" marL="0">
              <a:lnSpc>
                <a:spcPts val="1052"/>
              </a:lnSpc>
              <a:buNone/>
            </a:pPr>
            <a:r>
              <a:rPr dirty="0" sz="619" lang="en-US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~/hola-git (main)</a:t>
            </a:r>
            <a:endParaRPr dirty="0" sz="619" lang="en-US"/>
          </a:p>
        </p:txBody>
      </p:sp>
      <p:sp>
        <p:nvSpPr>
          <p:cNvPr id="1048824" name="Text 16"/>
          <p:cNvSpPr/>
          <p:nvPr/>
        </p:nvSpPr>
        <p:spPr>
          <a:xfrm>
            <a:off x="664369" y="1807257"/>
            <a:ext cx="91440" cy="133241"/>
          </a:xfrm>
          <a:prstGeom prst="rect"/>
          <a:noFill/>
        </p:spPr>
        <p:txBody>
          <a:bodyPr anchor="t" bIns="0" lIns="0" rIns="0" rtlCol="0" tIns="0" wrap="none"/>
          <a:p>
            <a:pPr algn="l" indent="0" marL="0">
              <a:lnSpc>
                <a:spcPts val="1339"/>
              </a:lnSpc>
              <a:buNone/>
            </a:pPr>
            <a:r>
              <a:rPr dirty="0" sz="800" lang="en-US">
                <a:solidFill>
                  <a:srgbClr val="F78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</a:t>
            </a:r>
            <a:endParaRPr dirty="0" sz="800" lang="en-US"/>
          </a:p>
        </p:txBody>
      </p:sp>
      <p:sp>
        <p:nvSpPr>
          <p:cNvPr id="1048825" name="Text 17"/>
          <p:cNvSpPr/>
          <p:nvPr/>
        </p:nvSpPr>
        <p:spPr>
          <a:xfrm>
            <a:off x="749233" y="1807257"/>
            <a:ext cx="850798" cy="133241"/>
          </a:xfrm>
          <a:prstGeom prst="rect"/>
          <a:noFill/>
        </p:spPr>
        <p:txBody>
          <a:bodyPr anchor="t" bIns="0" lIns="0" rIns="0" rtlCol="0" tIns="0" wrap="none"/>
          <a:p>
            <a:pPr algn="l" indent="0" marL="0">
              <a:lnSpc>
                <a:spcPts val="1339"/>
              </a:lnSpc>
              <a:buNone/>
            </a:pPr>
            <a:r>
              <a:rPr dirty="0" sz="800" lang="en-US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remote add</a:t>
            </a:r>
            <a:endParaRPr dirty="0" sz="800" lang="en-US"/>
          </a:p>
        </p:txBody>
      </p:sp>
      <p:sp>
        <p:nvSpPr>
          <p:cNvPr id="1048826" name="Text 18"/>
          <p:cNvSpPr/>
          <p:nvPr/>
        </p:nvSpPr>
        <p:spPr>
          <a:xfrm>
            <a:off x="1501694" y="1807257"/>
            <a:ext cx="409611" cy="133241"/>
          </a:xfrm>
          <a:prstGeom prst="rect"/>
          <a:noFill/>
        </p:spPr>
        <p:txBody>
          <a:bodyPr anchor="t" bIns="0" lIns="0" rIns="0" rtlCol="0" tIns="0" wrap="none"/>
          <a:p>
            <a:pPr algn="l" indent="0" marL="0">
              <a:lnSpc>
                <a:spcPts val="1339"/>
              </a:lnSpc>
              <a:buNone/>
            </a:pPr>
            <a:r>
              <a:rPr dirty="0" sz="800" lang="en-US">
                <a:solidFill>
                  <a:srgbClr val="D299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origin</a:t>
            </a:r>
            <a:endParaRPr dirty="0" sz="800" lang="en-US"/>
          </a:p>
        </p:txBody>
      </p:sp>
      <p:sp>
        <p:nvSpPr>
          <p:cNvPr id="1048827" name="Text 19"/>
          <p:cNvSpPr/>
          <p:nvPr/>
        </p:nvSpPr>
        <p:spPr>
          <a:xfrm>
            <a:off x="1864519" y="1807257"/>
            <a:ext cx="1728216" cy="133241"/>
          </a:xfrm>
          <a:prstGeom prst="rect"/>
          <a:noFill/>
        </p:spPr>
        <p:txBody>
          <a:bodyPr anchor="t" bIns="0" lIns="0" rIns="0" rtlCol="0" tIns="0" wrap="square"/>
          <a:p>
            <a:pPr algn="l" indent="0" marL="0">
              <a:lnSpc>
                <a:spcPts val="1339"/>
              </a:lnSpc>
              <a:buNone/>
            </a:pPr>
            <a:r>
              <a:rPr dirty="0" sz="788" lang="en-US">
                <a:solidFill>
                  <a:srgbClr val="D299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git@github.com:prof/hola-git.git</a:t>
            </a:r>
            <a:endParaRPr dirty="0" sz="788" lang="en-US"/>
          </a:p>
        </p:txBody>
      </p:sp>
      <p:sp>
        <p:nvSpPr>
          <p:cNvPr id="1048828" name="Text 20"/>
          <p:cNvSpPr/>
          <p:nvPr/>
        </p:nvSpPr>
        <p:spPr>
          <a:xfrm>
            <a:off x="3514725" y="1807257"/>
            <a:ext cx="91440" cy="133241"/>
          </a:xfrm>
          <a:prstGeom prst="rect"/>
          <a:noFill/>
        </p:spPr>
        <p:txBody>
          <a:bodyPr anchor="t" bIns="0" lIns="0" rIns="0" rtlCol="0" tIns="0" wrap="none"/>
          <a:p>
            <a:pPr algn="l" indent="0" marL="0">
              <a:lnSpc>
                <a:spcPts val="1339"/>
              </a:lnSpc>
              <a:buNone/>
            </a:pPr>
            <a:r>
              <a:rPr dirty="0" sz="800" lang="en-US">
                <a:solidFill>
                  <a:srgbClr val="F78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</a:t>
            </a:r>
            <a:endParaRPr dirty="0" sz="800" lang="en-US"/>
          </a:p>
        </p:txBody>
      </p:sp>
      <p:sp>
        <p:nvSpPr>
          <p:cNvPr id="1048829" name="Text 21"/>
          <p:cNvSpPr/>
          <p:nvPr/>
        </p:nvSpPr>
        <p:spPr>
          <a:xfrm>
            <a:off x="3614738" y="1807257"/>
            <a:ext cx="512064" cy="133241"/>
          </a:xfrm>
          <a:prstGeom prst="rect"/>
          <a:noFill/>
        </p:spPr>
        <p:txBody>
          <a:bodyPr anchor="t" bIns="0" lIns="0" rIns="0" rtlCol="0" tIns="0" wrap="none"/>
          <a:p>
            <a:pPr algn="l" indent="0" marL="0">
              <a:lnSpc>
                <a:spcPts val="1339"/>
              </a:lnSpc>
              <a:buNone/>
            </a:pPr>
            <a:r>
              <a:rPr dirty="0" sz="800" lang="en-US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push</a:t>
            </a:r>
            <a:endParaRPr dirty="0" sz="800" lang="en-US"/>
          </a:p>
        </p:txBody>
      </p:sp>
      <p:sp>
        <p:nvSpPr>
          <p:cNvPr id="1048830" name="Text 22"/>
          <p:cNvSpPr/>
          <p:nvPr/>
        </p:nvSpPr>
        <p:spPr>
          <a:xfrm>
            <a:off x="4064794" y="1807257"/>
            <a:ext cx="158020" cy="133241"/>
          </a:xfrm>
          <a:prstGeom prst="rect"/>
          <a:noFill/>
        </p:spPr>
        <p:txBody>
          <a:bodyPr anchor="t" bIns="0" lIns="0" rIns="0" rtlCol="0" tIns="0" wrap="none"/>
          <a:p>
            <a:pPr algn="l" indent="0" marL="0">
              <a:lnSpc>
                <a:spcPts val="1339"/>
              </a:lnSpc>
              <a:buNone/>
            </a:pPr>
            <a:r>
              <a:rPr dirty="0" sz="800" lang="en-US">
                <a:solidFill>
                  <a:srgbClr val="58A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-u</a:t>
            </a:r>
            <a:endParaRPr dirty="0" sz="800" lang="en-US"/>
          </a:p>
        </p:txBody>
      </p:sp>
      <p:sp>
        <p:nvSpPr>
          <p:cNvPr id="1048831" name="Text 23"/>
          <p:cNvSpPr/>
          <p:nvPr/>
        </p:nvSpPr>
        <p:spPr>
          <a:xfrm>
            <a:off x="4190880" y="1807257"/>
            <a:ext cx="692546" cy="133241"/>
          </a:xfrm>
          <a:prstGeom prst="rect"/>
          <a:noFill/>
        </p:spPr>
        <p:txBody>
          <a:bodyPr anchor="t" bIns="0" lIns="0" rIns="0" rtlCol="0" tIns="0" wrap="none"/>
          <a:p>
            <a:pPr algn="l" indent="0" marL="0">
              <a:lnSpc>
                <a:spcPts val="1339"/>
              </a:lnSpc>
              <a:buNone/>
            </a:pPr>
            <a:r>
              <a:rPr dirty="0" sz="800" lang="en-US">
                <a:solidFill>
                  <a:srgbClr val="D299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origin main</a:t>
            </a:r>
            <a:endParaRPr dirty="0" sz="800" lang="en-US"/>
          </a:p>
        </p:txBody>
      </p:sp>
      <p:sp>
        <p:nvSpPr>
          <p:cNvPr id="1048832" name="Text 24"/>
          <p:cNvSpPr/>
          <p:nvPr/>
        </p:nvSpPr>
        <p:spPr>
          <a:xfrm>
            <a:off x="4814888" y="1807257"/>
            <a:ext cx="1566196" cy="133241"/>
          </a:xfrm>
          <a:prstGeom prst="rect"/>
          <a:noFill/>
        </p:spPr>
        <p:txBody>
          <a:bodyPr anchor="t" bIns="0" lIns="0" rIns="0" rtlCol="0" tIns="0" wrap="square"/>
          <a:p>
            <a:pPr algn="l" indent="0" marL="0">
              <a:lnSpc>
                <a:spcPts val="1339"/>
              </a:lnSpc>
              <a:buNone/>
            </a:pPr>
            <a:r>
              <a:rPr dirty="0" sz="788" lang="en-US">
                <a:solidFill>
                  <a:srgbClr val="8B949E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Enumerating objects: 6, done.</a:t>
            </a:r>
            <a:endParaRPr dirty="0" sz="788" lang="en-US"/>
          </a:p>
        </p:txBody>
      </p:sp>
      <p:sp>
        <p:nvSpPr>
          <p:cNvPr id="1048833" name="Text 25"/>
          <p:cNvSpPr/>
          <p:nvPr/>
        </p:nvSpPr>
        <p:spPr>
          <a:xfrm>
            <a:off x="6315075" y="1807257"/>
            <a:ext cx="1674209" cy="133241"/>
          </a:xfrm>
          <a:prstGeom prst="rect"/>
          <a:noFill/>
        </p:spPr>
        <p:txBody>
          <a:bodyPr anchor="t" bIns="0" lIns="0" rIns="0" rtlCol="0" tIns="0" wrap="square"/>
          <a:p>
            <a:pPr algn="l" indent="0" marL="0">
              <a:lnSpc>
                <a:spcPts val="1339"/>
              </a:lnSpc>
              <a:buNone/>
            </a:pPr>
            <a:r>
              <a:rPr dirty="0" sz="788" lang="en-US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 github.com:prof/hola-git.git</a:t>
            </a:r>
            <a:endParaRPr dirty="0" sz="788" lang="en-US"/>
          </a:p>
        </p:txBody>
      </p:sp>
      <p:sp>
        <p:nvSpPr>
          <p:cNvPr id="1048834" name="Text 26"/>
          <p:cNvSpPr/>
          <p:nvPr/>
        </p:nvSpPr>
        <p:spPr>
          <a:xfrm>
            <a:off x="664369" y="1807257"/>
            <a:ext cx="7928491" cy="142567"/>
          </a:xfrm>
          <a:prstGeom prst="rect"/>
          <a:noFill/>
        </p:spPr>
        <p:txBody>
          <a:bodyPr anchor="t" bIns="0" lIns="0" rIns="0" rtlCol="0" tIns="0" wrap="none">
            <a:normAutofit fontScale="25000" lnSpcReduction="20000"/>
          </a:bodyPr>
          <a:p>
            <a:pPr algn="l" indent="0" marL="0">
              <a:lnSpc>
                <a:spcPts val="1339"/>
              </a:lnSpc>
              <a:buNone/>
            </a:pPr>
            <a:r>
              <a:rPr dirty="0" sz="800" lang="en-US">
                <a:solidFill>
                  <a:srgbClr val="2DA44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 [new branch] main -&gt; main</a:t>
            </a:r>
            <a:endParaRPr dirty="0" sz="800" lang="en-US"/>
          </a:p>
        </p:txBody>
      </p:sp>
      <p:sp>
        <p:nvSpPr>
          <p:cNvPr id="1048835" name="Text 27"/>
          <p:cNvSpPr/>
          <p:nvPr/>
        </p:nvSpPr>
        <p:spPr>
          <a:xfrm>
            <a:off x="1714500" y="1977256"/>
            <a:ext cx="2376297" cy="133241"/>
          </a:xfrm>
          <a:prstGeom prst="rect"/>
          <a:noFill/>
        </p:spPr>
        <p:txBody>
          <a:bodyPr anchor="t" bIns="0" lIns="0" rIns="0" rtlCol="0" tIns="0" wrap="square"/>
          <a:p>
            <a:pPr algn="l" indent="0" marL="0">
              <a:lnSpc>
                <a:spcPts val="1339"/>
              </a:lnSpc>
              <a:buNone/>
            </a:pPr>
            <a:r>
              <a:rPr dirty="0" sz="788" lang="en-US">
                <a:solidFill>
                  <a:srgbClr val="2DA44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branch 'main' set up to track 'origin/main'.</a:t>
            </a:r>
            <a:endParaRPr dirty="0" sz="788" lang="en-US"/>
          </a:p>
        </p:txBody>
      </p:sp>
      <p:sp>
        <p:nvSpPr>
          <p:cNvPr id="1048836" name="Text 28"/>
          <p:cNvSpPr/>
          <p:nvPr/>
        </p:nvSpPr>
        <p:spPr>
          <a:xfrm>
            <a:off x="517922" y="2322277"/>
            <a:ext cx="8108156" cy="250031"/>
          </a:xfrm>
          <a:prstGeom prst="roundRect">
            <a:avLst>
              <a:gd name="adj" fmla="val 30476"/>
            </a:avLst>
          </a:prstGeom>
          <a:solidFill>
            <a:srgbClr val="58A6FF">
              <a:alpha val="6000"/>
            </a:srgbClr>
          </a:solidFill>
          <a:ln w="7144">
            <a:solidFill>
              <a:srgbClr val="58A6FF"/>
            </a:solidFill>
            <a:prstDash val="solid"/>
          </a:ln>
        </p:spPr>
        <p:txBody>
          <a:bodyPr anchor="ctr" rtlCol="0" wrap="square"/>
          <a:p>
            <a:pPr indent="0" marL="0">
              <a:buNone/>
            </a:pPr>
            <a:endParaRPr dirty="0" lang="en-US"/>
          </a:p>
        </p:txBody>
      </p:sp>
      <p:sp>
        <p:nvSpPr>
          <p:cNvPr id="1048837" name="Text 29"/>
          <p:cNvSpPr/>
          <p:nvPr/>
        </p:nvSpPr>
        <p:spPr>
          <a:xfrm>
            <a:off x="635794" y="2390142"/>
            <a:ext cx="114300" cy="114300"/>
          </a:xfrm>
          <a:prstGeom prst="rect"/>
          <a:noFill/>
        </p:spPr>
        <p:txBody>
          <a:bodyPr anchor="ctr" bIns="0" lIns="0" rIns="0" rtlCol="0" tIns="0" wrap="none"/>
          <a:p>
            <a:pPr algn="ctr" indent="0" marL="0">
              <a:buNone/>
            </a:pPr>
            <a:r>
              <a:rPr dirty="0" sz="1125" lang="en-US">
                <a:solidFill>
                  <a:srgbClr val="58A6F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⚡</a:t>
            </a:r>
            <a:endParaRPr dirty="0" sz="1125" lang="en-US"/>
          </a:p>
        </p:txBody>
      </p:sp>
      <p:sp>
        <p:nvSpPr>
          <p:cNvPr id="1048838" name="Text 30"/>
          <p:cNvSpPr/>
          <p:nvPr/>
        </p:nvSpPr>
        <p:spPr>
          <a:xfrm>
            <a:off x="835819" y="2382999"/>
            <a:ext cx="7672388" cy="128588"/>
          </a:xfrm>
          <a:prstGeom prst="rect"/>
          <a:noFill/>
        </p:spPr>
        <p:txBody>
          <a:bodyPr anchor="t" bIns="0" lIns="0" rIns="0" rtlCol="0" tIns="0" wrap="square"/>
          <a:p>
            <a:pPr algn="l" indent="0" marL="0">
              <a:lnSpc>
                <a:spcPts val="1013"/>
              </a:lnSpc>
              <a:buNone/>
            </a:pPr>
            <a:r>
              <a:rPr dirty="0" sz="800" lang="en-US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</a:t>
            </a:r>
            <a:r>
              <a:rPr dirty="0" sz="800" lang="en-US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GitHub detecta el push y arranca el workflow </a:t>
            </a:r>
            <a:r>
              <a:rPr dirty="0" sz="800" lang="en-US">
                <a:solidFill>
                  <a:srgbClr val="58A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.github/workflows/ci.yml</a:t>
            </a:r>
            <a:endParaRPr dirty="0" sz="800" lang="en-US"/>
          </a:p>
        </p:txBody>
      </p:sp>
      <p:sp>
        <p:nvSpPr>
          <p:cNvPr id="1048839" name="Text 31"/>
          <p:cNvSpPr/>
          <p:nvPr/>
        </p:nvSpPr>
        <p:spPr>
          <a:xfrm>
            <a:off x="514350" y="2706253"/>
            <a:ext cx="128588" cy="128588"/>
          </a:xfrm>
          <a:prstGeom prst="rect"/>
          <a:noFill/>
        </p:spPr>
        <p:txBody>
          <a:bodyPr anchor="ctr" bIns="0" lIns="0" rIns="0" rtlCol="0" tIns="0" wrap="none"/>
          <a:p>
            <a:pPr algn="ctr" indent="0" marL="0">
              <a:buNone/>
            </a:pPr>
            <a:r>
              <a:rPr dirty="0" sz="1266" lang="en-US">
                <a:solidFill>
                  <a:srgbClr val="F78166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⌇</a:t>
            </a:r>
            <a:endParaRPr dirty="0" sz="1266" lang="en-US"/>
          </a:p>
        </p:txBody>
      </p:sp>
      <p:sp>
        <p:nvSpPr>
          <p:cNvPr id="1048840" name="Text 32"/>
          <p:cNvSpPr/>
          <p:nvPr/>
        </p:nvSpPr>
        <p:spPr>
          <a:xfrm>
            <a:off x="700088" y="2690180"/>
            <a:ext cx="1784031" cy="173593"/>
          </a:xfrm>
          <a:prstGeom prst="rect"/>
          <a:noFill/>
        </p:spPr>
        <p:txBody>
          <a:bodyPr anchor="t" bIns="0" lIns="0" rIns="0" rtlCol="0" tIns="0" wrap="square"/>
          <a:p>
            <a:pPr algn="l" indent="0" marL="0">
              <a:lnSpc>
                <a:spcPts val="1266"/>
              </a:lnSpc>
              <a:buNone/>
            </a:pPr>
            <a:r>
              <a:rPr dirty="0" sz="844" lang="en-US">
                <a:solidFill>
                  <a:srgbClr val="C9D1D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Pipeline CI · del push al green build</a:t>
            </a:r>
            <a:endParaRPr dirty="0" sz="844" lang="en-US"/>
          </a:p>
        </p:txBody>
      </p:sp>
      <p:sp>
        <p:nvSpPr>
          <p:cNvPr id="1048841" name="Text 33"/>
          <p:cNvSpPr/>
          <p:nvPr/>
        </p:nvSpPr>
        <p:spPr>
          <a:xfrm>
            <a:off x="7432067" y="2711611"/>
            <a:ext cx="1293389" cy="164592"/>
          </a:xfrm>
          <a:prstGeom prst="rect"/>
          <a:noFill/>
        </p:spPr>
        <p:txBody>
          <a:bodyPr anchor="t" bIns="0" lIns="0" rIns="0" rtlCol="0" tIns="0" wrap="square"/>
          <a:p>
            <a:pPr algn="l" indent="0" marL="0">
              <a:lnSpc>
                <a:spcPts val="928"/>
              </a:lnSpc>
              <a:buNone/>
            </a:pPr>
            <a:r>
              <a:rPr dirty="0" sz="619" lang="en-US">
                <a:solidFill>
                  <a:srgbClr val="8B949E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4 etapas · runner ubuntu-latest</a:t>
            </a:r>
            <a:endParaRPr dirty="0" sz="619" lang="en-US"/>
          </a:p>
        </p:txBody>
      </p:sp>
      <p:sp>
        <p:nvSpPr>
          <p:cNvPr id="1048842" name="Text 34"/>
          <p:cNvSpPr/>
          <p:nvPr/>
        </p:nvSpPr>
        <p:spPr>
          <a:xfrm>
            <a:off x="517922" y="2940211"/>
            <a:ext cx="1903809" cy="675977"/>
          </a:xfrm>
          <a:prstGeom prst="roundRect">
            <a:avLst>
              <a:gd name="adj" fmla="val 16909"/>
            </a:avLst>
          </a:prstGeom>
          <a:solidFill>
            <a:srgbClr val="161B22"/>
          </a:solidFill>
          <a:ln w="7144">
            <a:solidFill>
              <a:srgbClr val="30363D"/>
            </a:solidFill>
            <a:prstDash val="solid"/>
          </a:ln>
        </p:spPr>
        <p:txBody>
          <a:bodyPr anchor="ctr" rtlCol="0" wrap="square"/>
          <a:p>
            <a:pPr indent="0" marL="0">
              <a:buNone/>
            </a:pPr>
            <a:endParaRPr dirty="0" lang="en-US"/>
          </a:p>
        </p:txBody>
      </p:sp>
      <p:sp>
        <p:nvSpPr>
          <p:cNvPr id="1048843" name="Text 35"/>
          <p:cNvSpPr/>
          <p:nvPr/>
        </p:nvSpPr>
        <p:spPr>
          <a:xfrm>
            <a:off x="2135724" y="2877632"/>
            <a:ext cx="221971" cy="168021"/>
          </a:xfrm>
          <a:prstGeom prst="roundRect">
            <a:avLst>
              <a:gd name="adj" fmla="val 5663265"/>
            </a:avLst>
          </a:prstGeom>
          <a:solidFill>
            <a:srgbClr val="21262D"/>
          </a:solidFill>
          <a:ln w="7144">
            <a:solidFill>
              <a:srgbClr val="30363D"/>
            </a:solidFill>
            <a:prstDash val="solid"/>
          </a:ln>
        </p:spPr>
        <p:txBody>
          <a:bodyPr anchor="ctr" rtlCol="0" wrap="square"/>
          <a:p>
            <a:pPr indent="0" marL="0">
              <a:buNone/>
            </a:pPr>
            <a:endParaRPr dirty="0" lang="en-US"/>
          </a:p>
        </p:txBody>
      </p:sp>
      <p:sp>
        <p:nvSpPr>
          <p:cNvPr id="1048844" name="Text 36"/>
          <p:cNvSpPr/>
          <p:nvPr/>
        </p:nvSpPr>
        <p:spPr>
          <a:xfrm>
            <a:off x="2103834" y="2886633"/>
            <a:ext cx="200025" cy="150019"/>
          </a:xfrm>
          <a:prstGeom prst="rect"/>
          <a:noFill/>
        </p:spPr>
        <p:txBody>
          <a:bodyPr anchor="ctr" bIns="0" lIns="0" rIns="0" rtlCol="0" tIns="0" wrap="none"/>
          <a:p>
            <a:pPr algn="ctr" indent="0" marL="0">
              <a:lnSpc>
                <a:spcPts val="844"/>
              </a:lnSpc>
              <a:buNone/>
            </a:pPr>
            <a:r>
              <a:rPr b="1" dirty="0" sz="800" lang="en-US">
                <a:solidFill>
                  <a:srgbClr val="8B949E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01</a:t>
            </a:r>
            <a:endParaRPr dirty="0" sz="800" lang="en-US"/>
          </a:p>
        </p:txBody>
      </p:sp>
      <p:sp>
        <p:nvSpPr>
          <p:cNvPr id="1048845" name="Text 37"/>
          <p:cNvSpPr/>
          <p:nvPr/>
        </p:nvSpPr>
        <p:spPr>
          <a:xfrm>
            <a:off x="639366" y="3052725"/>
            <a:ext cx="250031" cy="250031"/>
          </a:xfrm>
          <a:prstGeom prst="roundRect">
            <a:avLst>
              <a:gd name="adj" fmla="val 38095"/>
            </a:avLst>
          </a:prstGeom>
          <a:solidFill>
            <a:srgbClr val="21262D"/>
          </a:solidFill>
          <a:ln w="7144">
            <a:solidFill>
              <a:srgbClr val="30363D"/>
            </a:solidFill>
            <a:prstDash val="solid"/>
          </a:ln>
        </p:spPr>
        <p:txBody>
          <a:bodyPr anchor="ctr" rtlCol="0" wrap="square"/>
          <a:p>
            <a:pPr indent="0" marL="0">
              <a:buNone/>
            </a:pPr>
            <a:endParaRPr dirty="0" lang="en-US"/>
          </a:p>
        </p:txBody>
      </p:sp>
      <p:sp>
        <p:nvSpPr>
          <p:cNvPr id="1048846" name="Text 38"/>
          <p:cNvSpPr/>
          <p:nvPr/>
        </p:nvSpPr>
        <p:spPr>
          <a:xfrm>
            <a:off x="660797" y="3074157"/>
            <a:ext cx="207169" cy="207169"/>
          </a:xfrm>
          <a:prstGeom prst="rect"/>
          <a:noFill/>
        </p:spPr>
        <p:txBody>
          <a:bodyPr anchor="ctr" bIns="0" lIns="0" rIns="0" rtlCol="0" tIns="0" wrap="none"/>
          <a:p>
            <a:pPr algn="ctr" indent="0" marL="0">
              <a:buNone/>
            </a:pPr>
            <a:r>
              <a:rPr dirty="0" sz="1406" lang="en-US">
                <a:solidFill>
                  <a:srgbClr val="58A6F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↑</a:t>
            </a:r>
            <a:endParaRPr dirty="0" sz="1406" lang="en-US"/>
          </a:p>
        </p:txBody>
      </p:sp>
      <p:sp>
        <p:nvSpPr>
          <p:cNvPr id="1048847" name="Text 39"/>
          <p:cNvSpPr/>
          <p:nvPr/>
        </p:nvSpPr>
        <p:spPr>
          <a:xfrm>
            <a:off x="950119" y="3043796"/>
            <a:ext cx="846534" cy="133302"/>
          </a:xfrm>
          <a:prstGeom prst="rect"/>
          <a:noFill/>
        </p:spPr>
        <p:txBody>
          <a:bodyPr anchor="t" bIns="0" lIns="0" rIns="0" rtlCol="0" tIns="0" wrap="none">
            <a:normAutofit fontScale="25000" lnSpcReduction="20000"/>
          </a:bodyPr>
          <a:p>
            <a:pPr algn="l" indent="0" marL="0">
              <a:lnSpc>
                <a:spcPts val="1266"/>
              </a:lnSpc>
              <a:buNone/>
            </a:pPr>
            <a:r>
              <a:rPr dirty="0" sz="844" lang="en-US">
                <a:solidFill>
                  <a:srgbClr val="C9D1D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Push</a:t>
            </a:r>
            <a:endParaRPr dirty="0" sz="844" lang="en-US"/>
          </a:p>
        </p:txBody>
      </p:sp>
      <p:sp>
        <p:nvSpPr>
          <p:cNvPr id="1048848" name="Text 40"/>
          <p:cNvSpPr/>
          <p:nvPr/>
        </p:nvSpPr>
        <p:spPr>
          <a:xfrm>
            <a:off x="950119" y="3204530"/>
            <a:ext cx="627936" cy="164592"/>
          </a:xfrm>
          <a:prstGeom prst="rect"/>
          <a:noFill/>
        </p:spPr>
        <p:txBody>
          <a:bodyPr anchor="t" bIns="0" lIns="0" rIns="0" rtlCol="0" tIns="0" wrap="none"/>
          <a:p>
            <a:pPr algn="l" indent="0" marL="0">
              <a:lnSpc>
                <a:spcPts val="844"/>
              </a:lnSpc>
              <a:buNone/>
            </a:pPr>
            <a:r>
              <a:rPr dirty="0" sz="600" lang="en-US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push origin</a:t>
            </a:r>
            <a:endParaRPr dirty="0" sz="600" lang="en-US"/>
          </a:p>
        </p:txBody>
      </p:sp>
      <p:sp>
        <p:nvSpPr>
          <p:cNvPr id="1048849" name="Text 41"/>
          <p:cNvSpPr/>
          <p:nvPr/>
        </p:nvSpPr>
        <p:spPr>
          <a:xfrm>
            <a:off x="635794" y="3383124"/>
            <a:ext cx="1768150" cy="129480"/>
          </a:xfrm>
          <a:prstGeom prst="rect"/>
          <a:noFill/>
        </p:spPr>
        <p:txBody>
          <a:bodyPr anchor="t" bIns="0" lIns="0" rIns="0" rtlCol="0" tIns="0" wrap="square"/>
          <a:p>
            <a:pPr algn="l" indent="0" marL="0">
              <a:lnSpc>
                <a:spcPts val="1020"/>
              </a:lnSpc>
              <a:buNone/>
            </a:pPr>
            <a:r>
              <a:rPr dirty="0" sz="800" lang="en-US">
                <a:solidFill>
                  <a:srgbClr val="C9D1D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git push sube commits al remoto.</a:t>
            </a:r>
            <a:endParaRPr dirty="0" sz="800" lang="en-US"/>
          </a:p>
        </p:txBody>
      </p:sp>
      <p:sp>
        <p:nvSpPr>
          <p:cNvPr id="1048850" name="Text 42"/>
          <p:cNvSpPr/>
          <p:nvPr/>
        </p:nvSpPr>
        <p:spPr>
          <a:xfrm>
            <a:off x="2425303" y="3199619"/>
            <a:ext cx="157163" cy="157163"/>
          </a:xfrm>
          <a:prstGeom prst="rect"/>
          <a:noFill/>
        </p:spPr>
        <p:txBody>
          <a:bodyPr anchor="ctr" bIns="0" lIns="0" rIns="0" rtlCol="0" tIns="0" wrap="none"/>
          <a:p>
            <a:pPr algn="ctr" indent="0" marL="0">
              <a:buNone/>
            </a:pPr>
            <a:r>
              <a:rPr dirty="0" sz="1266" lang="en-US">
                <a:solidFill>
                  <a:srgbClr val="8B949E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→</a:t>
            </a:r>
            <a:endParaRPr dirty="0" sz="1266" lang="en-US"/>
          </a:p>
        </p:txBody>
      </p:sp>
      <p:sp>
        <p:nvSpPr>
          <p:cNvPr id="1048851" name="Text 43"/>
          <p:cNvSpPr/>
          <p:nvPr/>
        </p:nvSpPr>
        <p:spPr>
          <a:xfrm>
            <a:off x="2586038" y="2940211"/>
            <a:ext cx="1903809" cy="675977"/>
          </a:xfrm>
          <a:prstGeom prst="roundRect">
            <a:avLst>
              <a:gd name="adj" fmla="val 16909"/>
            </a:avLst>
          </a:prstGeom>
          <a:solidFill>
            <a:srgbClr val="161B22"/>
          </a:solidFill>
          <a:ln w="7144">
            <a:solidFill>
              <a:srgbClr val="30363D"/>
            </a:solidFill>
            <a:prstDash val="solid"/>
          </a:ln>
        </p:spPr>
        <p:txBody>
          <a:bodyPr anchor="ctr" rtlCol="0" wrap="square"/>
          <a:p>
            <a:pPr indent="0" marL="0">
              <a:buNone/>
            </a:pPr>
            <a:endParaRPr dirty="0" lang="en-US"/>
          </a:p>
        </p:txBody>
      </p:sp>
      <p:sp>
        <p:nvSpPr>
          <p:cNvPr id="1048852" name="Text 44"/>
          <p:cNvSpPr/>
          <p:nvPr/>
        </p:nvSpPr>
        <p:spPr>
          <a:xfrm>
            <a:off x="4203840" y="2877632"/>
            <a:ext cx="221971" cy="168021"/>
          </a:xfrm>
          <a:prstGeom prst="roundRect">
            <a:avLst>
              <a:gd name="adj" fmla="val 5663265"/>
            </a:avLst>
          </a:prstGeom>
          <a:solidFill>
            <a:srgbClr val="21262D"/>
          </a:solidFill>
          <a:ln w="7144">
            <a:solidFill>
              <a:srgbClr val="30363D"/>
            </a:solidFill>
            <a:prstDash val="solid"/>
          </a:ln>
        </p:spPr>
        <p:txBody>
          <a:bodyPr anchor="ctr" rtlCol="0" wrap="square"/>
          <a:p>
            <a:pPr indent="0" marL="0">
              <a:buNone/>
            </a:pPr>
            <a:endParaRPr dirty="0" lang="en-US"/>
          </a:p>
        </p:txBody>
      </p:sp>
      <p:sp>
        <p:nvSpPr>
          <p:cNvPr id="1048853" name="Text 45"/>
          <p:cNvSpPr/>
          <p:nvPr/>
        </p:nvSpPr>
        <p:spPr>
          <a:xfrm>
            <a:off x="4171950" y="2886633"/>
            <a:ext cx="200025" cy="150019"/>
          </a:xfrm>
          <a:prstGeom prst="rect"/>
          <a:noFill/>
        </p:spPr>
        <p:txBody>
          <a:bodyPr anchor="ctr" bIns="0" lIns="0" rIns="0" rtlCol="0" tIns="0" wrap="none"/>
          <a:p>
            <a:pPr algn="ctr" indent="0" marL="0">
              <a:lnSpc>
                <a:spcPts val="844"/>
              </a:lnSpc>
              <a:buNone/>
            </a:pPr>
            <a:r>
              <a:rPr b="1" dirty="0" sz="800" lang="en-US">
                <a:solidFill>
                  <a:srgbClr val="8B949E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02</a:t>
            </a:r>
            <a:endParaRPr dirty="0" sz="800" lang="en-US"/>
          </a:p>
        </p:txBody>
      </p:sp>
      <p:sp>
        <p:nvSpPr>
          <p:cNvPr id="1048854" name="Text 46"/>
          <p:cNvSpPr/>
          <p:nvPr/>
        </p:nvSpPr>
        <p:spPr>
          <a:xfrm>
            <a:off x="2707481" y="3052725"/>
            <a:ext cx="250031" cy="250031"/>
          </a:xfrm>
          <a:prstGeom prst="roundRect">
            <a:avLst>
              <a:gd name="adj" fmla="val 38095"/>
            </a:avLst>
          </a:prstGeom>
          <a:solidFill>
            <a:srgbClr val="21262D"/>
          </a:solidFill>
          <a:ln w="7144">
            <a:solidFill>
              <a:srgbClr val="D29922"/>
            </a:solidFill>
            <a:prstDash val="solid"/>
          </a:ln>
        </p:spPr>
        <p:txBody>
          <a:bodyPr anchor="ctr" rtlCol="0" wrap="square"/>
          <a:p>
            <a:pPr indent="0" marL="0">
              <a:buNone/>
            </a:pPr>
            <a:endParaRPr dirty="0" lang="en-US"/>
          </a:p>
        </p:txBody>
      </p:sp>
      <p:sp>
        <p:nvSpPr>
          <p:cNvPr id="1048855" name="Text 47"/>
          <p:cNvSpPr/>
          <p:nvPr/>
        </p:nvSpPr>
        <p:spPr>
          <a:xfrm>
            <a:off x="2728913" y="3074157"/>
            <a:ext cx="207169" cy="207169"/>
          </a:xfrm>
          <a:prstGeom prst="rect"/>
          <a:noFill/>
        </p:spPr>
        <p:txBody>
          <a:bodyPr anchor="ctr" bIns="0" lIns="0" rIns="0" rtlCol="0" tIns="0" wrap="none"/>
          <a:p>
            <a:pPr algn="ctr" indent="0" marL="0">
              <a:buNone/>
            </a:pPr>
            <a:r>
              <a:rPr dirty="0" sz="1406" lang="en-US">
                <a:solidFill>
                  <a:srgbClr val="D29922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▶</a:t>
            </a:r>
            <a:endParaRPr dirty="0" sz="1406" lang="en-US"/>
          </a:p>
        </p:txBody>
      </p:sp>
      <p:sp>
        <p:nvSpPr>
          <p:cNvPr id="1048856" name="Text 48"/>
          <p:cNvSpPr/>
          <p:nvPr/>
        </p:nvSpPr>
        <p:spPr>
          <a:xfrm>
            <a:off x="2963127" y="3043796"/>
            <a:ext cx="510407" cy="133302"/>
          </a:xfrm>
          <a:prstGeom prst="rect"/>
          <a:noFill/>
        </p:spPr>
        <p:txBody>
          <a:bodyPr anchor="t" bIns="0" lIns="0" rIns="0" rtlCol="0" tIns="0" wrap="square">
            <a:normAutofit fontScale="25000" lnSpcReduction="20000"/>
          </a:bodyPr>
          <a:p>
            <a:pPr algn="l" indent="0" marL="0">
              <a:lnSpc>
                <a:spcPts val="1266"/>
              </a:lnSpc>
              <a:buNone/>
            </a:pPr>
            <a:r>
              <a:rPr dirty="0" sz="844" lang="en-US">
                <a:solidFill>
                  <a:srgbClr val="C9D1D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Trigger</a:t>
            </a:r>
            <a:endParaRPr dirty="0" sz="844" lang="en-US"/>
          </a:p>
        </p:txBody>
      </p:sp>
      <p:sp>
        <p:nvSpPr>
          <p:cNvPr id="1048857" name="Text 49"/>
          <p:cNvSpPr/>
          <p:nvPr/>
        </p:nvSpPr>
        <p:spPr>
          <a:xfrm>
            <a:off x="3018234" y="3204530"/>
            <a:ext cx="400193" cy="164592"/>
          </a:xfrm>
          <a:prstGeom prst="rect"/>
          <a:noFill/>
        </p:spPr>
        <p:txBody>
          <a:bodyPr anchor="t" bIns="0" lIns="0" rIns="0" rtlCol="0" tIns="0" wrap="none"/>
          <a:p>
            <a:pPr algn="l" indent="0" marL="0">
              <a:lnSpc>
                <a:spcPts val="844"/>
              </a:lnSpc>
              <a:buNone/>
            </a:pPr>
            <a:r>
              <a:rPr dirty="0" sz="600" lang="en-US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on: push</a:t>
            </a:r>
            <a:endParaRPr dirty="0" sz="600" lang="en-US"/>
          </a:p>
        </p:txBody>
      </p:sp>
      <p:sp>
        <p:nvSpPr>
          <p:cNvPr id="1048858" name="Text 50"/>
          <p:cNvSpPr/>
          <p:nvPr/>
        </p:nvSpPr>
        <p:spPr>
          <a:xfrm>
            <a:off x="2703909" y="3383124"/>
            <a:ext cx="1768150" cy="129480"/>
          </a:xfrm>
          <a:prstGeom prst="rect"/>
          <a:noFill/>
        </p:spPr>
        <p:txBody>
          <a:bodyPr anchor="t" bIns="0" lIns="0" rIns="0" rtlCol="0" tIns="0" wrap="square"/>
          <a:p>
            <a:pPr algn="l" indent="0" marL="0">
              <a:lnSpc>
                <a:spcPts val="1020"/>
              </a:lnSpc>
              <a:buNone/>
            </a:pPr>
            <a:r>
              <a:rPr dirty="0" sz="703" lang="en-US">
                <a:solidFill>
                  <a:srgbClr val="C9D1D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GitHub Actions lanza el workflow definido.</a:t>
            </a:r>
            <a:endParaRPr dirty="0" sz="703" lang="en-US"/>
          </a:p>
        </p:txBody>
      </p:sp>
      <p:sp>
        <p:nvSpPr>
          <p:cNvPr id="1048859" name="Text 51"/>
          <p:cNvSpPr/>
          <p:nvPr/>
        </p:nvSpPr>
        <p:spPr>
          <a:xfrm>
            <a:off x="4493419" y="3199619"/>
            <a:ext cx="157163" cy="157163"/>
          </a:xfrm>
          <a:prstGeom prst="rect"/>
          <a:noFill/>
        </p:spPr>
        <p:txBody>
          <a:bodyPr anchor="ctr" bIns="0" lIns="0" rIns="0" rtlCol="0" tIns="0" wrap="none"/>
          <a:p>
            <a:pPr algn="ctr" indent="0" marL="0">
              <a:buNone/>
            </a:pPr>
            <a:r>
              <a:rPr dirty="0" sz="1266" lang="en-US">
                <a:solidFill>
                  <a:srgbClr val="8B949E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→</a:t>
            </a:r>
            <a:endParaRPr dirty="0" sz="1266" lang="en-US"/>
          </a:p>
        </p:txBody>
      </p:sp>
      <p:sp>
        <p:nvSpPr>
          <p:cNvPr id="1048860" name="Text 52"/>
          <p:cNvSpPr/>
          <p:nvPr/>
        </p:nvSpPr>
        <p:spPr>
          <a:xfrm>
            <a:off x="4654153" y="2940211"/>
            <a:ext cx="1903809" cy="675977"/>
          </a:xfrm>
          <a:prstGeom prst="roundRect">
            <a:avLst>
              <a:gd name="adj" fmla="val 16909"/>
            </a:avLst>
          </a:prstGeom>
          <a:solidFill>
            <a:srgbClr val="161B22"/>
          </a:solidFill>
          <a:ln w="7144">
            <a:solidFill>
              <a:srgbClr val="30363D"/>
            </a:solidFill>
            <a:prstDash val="solid"/>
          </a:ln>
        </p:spPr>
        <p:txBody>
          <a:bodyPr anchor="ctr" rtlCol="0" wrap="square"/>
          <a:p>
            <a:pPr indent="0" marL="0">
              <a:buNone/>
            </a:pPr>
            <a:endParaRPr dirty="0" lang="en-US"/>
          </a:p>
        </p:txBody>
      </p:sp>
      <p:sp>
        <p:nvSpPr>
          <p:cNvPr id="1048861" name="Text 53"/>
          <p:cNvSpPr/>
          <p:nvPr/>
        </p:nvSpPr>
        <p:spPr>
          <a:xfrm>
            <a:off x="6271955" y="2877632"/>
            <a:ext cx="221971" cy="168021"/>
          </a:xfrm>
          <a:prstGeom prst="roundRect">
            <a:avLst>
              <a:gd name="adj" fmla="val 5663265"/>
            </a:avLst>
          </a:prstGeom>
          <a:solidFill>
            <a:srgbClr val="21262D"/>
          </a:solidFill>
          <a:ln w="7144">
            <a:solidFill>
              <a:srgbClr val="30363D"/>
            </a:solidFill>
            <a:prstDash val="solid"/>
          </a:ln>
        </p:spPr>
        <p:txBody>
          <a:bodyPr anchor="ctr" rtlCol="0" wrap="square"/>
          <a:p>
            <a:pPr indent="0" marL="0">
              <a:buNone/>
            </a:pPr>
            <a:endParaRPr dirty="0" lang="en-US"/>
          </a:p>
        </p:txBody>
      </p:sp>
      <p:sp>
        <p:nvSpPr>
          <p:cNvPr id="1048862" name="Text 54"/>
          <p:cNvSpPr/>
          <p:nvPr/>
        </p:nvSpPr>
        <p:spPr>
          <a:xfrm>
            <a:off x="6240066" y="2886633"/>
            <a:ext cx="200025" cy="150019"/>
          </a:xfrm>
          <a:prstGeom prst="rect"/>
          <a:noFill/>
        </p:spPr>
        <p:txBody>
          <a:bodyPr anchor="ctr" bIns="0" lIns="0" rIns="0" rtlCol="0" tIns="0" wrap="none"/>
          <a:p>
            <a:pPr algn="ctr" indent="0" marL="0">
              <a:lnSpc>
                <a:spcPts val="844"/>
              </a:lnSpc>
              <a:buNone/>
            </a:pPr>
            <a:r>
              <a:rPr b="1" dirty="0" sz="800" lang="en-US">
                <a:solidFill>
                  <a:srgbClr val="8B949E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03</a:t>
            </a:r>
            <a:endParaRPr dirty="0" sz="800" lang="en-US"/>
          </a:p>
        </p:txBody>
      </p:sp>
      <p:sp>
        <p:nvSpPr>
          <p:cNvPr id="1048863" name="Text 55"/>
          <p:cNvSpPr/>
          <p:nvPr/>
        </p:nvSpPr>
        <p:spPr>
          <a:xfrm>
            <a:off x="4775597" y="3052725"/>
            <a:ext cx="250031" cy="250031"/>
          </a:xfrm>
          <a:prstGeom prst="roundRect">
            <a:avLst>
              <a:gd name="adj" fmla="val 38095"/>
            </a:avLst>
          </a:prstGeom>
          <a:solidFill>
            <a:srgbClr val="21262D"/>
          </a:solidFill>
          <a:ln w="7144">
            <a:solidFill>
              <a:srgbClr val="F78166"/>
            </a:solidFill>
            <a:prstDash val="solid"/>
          </a:ln>
        </p:spPr>
        <p:txBody>
          <a:bodyPr anchor="ctr" rtlCol="0" wrap="square"/>
          <a:p>
            <a:pPr indent="0" marL="0">
              <a:buNone/>
            </a:pPr>
            <a:endParaRPr dirty="0" lang="en-US"/>
          </a:p>
        </p:txBody>
      </p:sp>
      <p:sp>
        <p:nvSpPr>
          <p:cNvPr id="1048864" name="Text 56"/>
          <p:cNvSpPr/>
          <p:nvPr/>
        </p:nvSpPr>
        <p:spPr>
          <a:xfrm>
            <a:off x="4797028" y="3074157"/>
            <a:ext cx="207169" cy="207169"/>
          </a:xfrm>
          <a:prstGeom prst="rect"/>
          <a:noFill/>
        </p:spPr>
        <p:txBody>
          <a:bodyPr anchor="ctr" bIns="0" lIns="0" rIns="0" rtlCol="0" tIns="0" wrap="none"/>
          <a:p>
            <a:pPr algn="ctr" indent="0" marL="0">
              <a:buNone/>
            </a:pPr>
            <a:r>
              <a:rPr dirty="0" sz="1406" lang="en-US">
                <a:solidFill>
                  <a:srgbClr val="F78166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⚒</a:t>
            </a:r>
            <a:endParaRPr dirty="0" sz="1406" lang="en-US"/>
          </a:p>
        </p:txBody>
      </p:sp>
      <p:sp>
        <p:nvSpPr>
          <p:cNvPr id="1048865" name="Text 57"/>
          <p:cNvSpPr/>
          <p:nvPr/>
        </p:nvSpPr>
        <p:spPr>
          <a:xfrm>
            <a:off x="5086350" y="3043796"/>
            <a:ext cx="1013549" cy="133302"/>
          </a:xfrm>
          <a:prstGeom prst="rect"/>
          <a:noFill/>
        </p:spPr>
        <p:txBody>
          <a:bodyPr anchor="t" bIns="0" lIns="0" rIns="0" rtlCol="0" tIns="0" wrap="none">
            <a:normAutofit fontScale="25000" lnSpcReduction="20000"/>
          </a:bodyPr>
          <a:p>
            <a:pPr algn="l" indent="0" marL="0">
              <a:lnSpc>
                <a:spcPts val="1266"/>
              </a:lnSpc>
              <a:buNone/>
            </a:pPr>
            <a:r>
              <a:rPr dirty="0" sz="844" lang="en-US">
                <a:solidFill>
                  <a:srgbClr val="C9D1D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CI</a:t>
            </a:r>
            <a:endParaRPr dirty="0" sz="844" lang="en-US"/>
          </a:p>
        </p:txBody>
      </p:sp>
      <p:sp>
        <p:nvSpPr>
          <p:cNvPr id="1048866" name="Text 58"/>
          <p:cNvSpPr/>
          <p:nvPr/>
        </p:nvSpPr>
        <p:spPr>
          <a:xfrm>
            <a:off x="5086350" y="3204530"/>
            <a:ext cx="751822" cy="164592"/>
          </a:xfrm>
          <a:prstGeom prst="rect"/>
          <a:noFill/>
        </p:spPr>
        <p:txBody>
          <a:bodyPr anchor="t" bIns="0" lIns="0" rIns="0" rtlCol="0" tIns="0" wrap="none"/>
          <a:p>
            <a:pPr algn="l" indent="0" marL="0">
              <a:lnSpc>
                <a:spcPts val="844"/>
              </a:lnSpc>
              <a:buNone/>
            </a:pPr>
            <a:r>
              <a:rPr dirty="0" sz="600" lang="en-US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test · lint · build</a:t>
            </a:r>
            <a:endParaRPr dirty="0" sz="600" lang="en-US"/>
          </a:p>
        </p:txBody>
      </p:sp>
      <p:sp>
        <p:nvSpPr>
          <p:cNvPr id="1048867" name="Text 59"/>
          <p:cNvSpPr/>
          <p:nvPr/>
        </p:nvSpPr>
        <p:spPr>
          <a:xfrm>
            <a:off x="4772025" y="3383124"/>
            <a:ext cx="1768150" cy="129480"/>
          </a:xfrm>
          <a:prstGeom prst="rect"/>
          <a:noFill/>
        </p:spPr>
        <p:txBody>
          <a:bodyPr anchor="t" bIns="0" lIns="0" rIns="0" rtlCol="0" tIns="0" wrap="square"/>
          <a:p>
            <a:pPr algn="l" indent="0" marL="0">
              <a:lnSpc>
                <a:spcPts val="1020"/>
              </a:lnSpc>
              <a:buNone/>
            </a:pPr>
            <a:r>
              <a:rPr dirty="0" sz="703" lang="en-US">
                <a:solidFill>
                  <a:srgbClr val="C9D1D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Tests, lint y build se ejecutan en runner.</a:t>
            </a:r>
            <a:endParaRPr dirty="0" sz="703" lang="en-US"/>
          </a:p>
        </p:txBody>
      </p:sp>
      <p:sp>
        <p:nvSpPr>
          <p:cNvPr id="1048868" name="Text 60"/>
          <p:cNvSpPr/>
          <p:nvPr/>
        </p:nvSpPr>
        <p:spPr>
          <a:xfrm>
            <a:off x="6561534" y="3199619"/>
            <a:ext cx="157163" cy="157163"/>
          </a:xfrm>
          <a:prstGeom prst="rect"/>
          <a:noFill/>
        </p:spPr>
        <p:txBody>
          <a:bodyPr anchor="ctr" bIns="0" lIns="0" rIns="0" rtlCol="0" tIns="0" wrap="none"/>
          <a:p>
            <a:pPr algn="ctr" indent="0" marL="0">
              <a:buNone/>
            </a:pPr>
            <a:r>
              <a:rPr dirty="0" sz="1266" lang="en-US">
                <a:solidFill>
                  <a:srgbClr val="8B949E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→</a:t>
            </a:r>
            <a:endParaRPr dirty="0" sz="1266" lang="en-US"/>
          </a:p>
        </p:txBody>
      </p:sp>
      <p:sp>
        <p:nvSpPr>
          <p:cNvPr id="1048869" name="Text 61"/>
          <p:cNvSpPr/>
          <p:nvPr/>
        </p:nvSpPr>
        <p:spPr>
          <a:xfrm>
            <a:off x="6722269" y="2940211"/>
            <a:ext cx="1903809" cy="675977"/>
          </a:xfrm>
          <a:prstGeom prst="roundRect">
            <a:avLst>
              <a:gd name="adj" fmla="val 16909"/>
            </a:avLst>
          </a:prstGeom>
          <a:solidFill>
            <a:srgbClr val="2DA44E">
              <a:alpha val="6000"/>
            </a:srgbClr>
          </a:solidFill>
          <a:ln w="7144">
            <a:solidFill>
              <a:srgbClr val="2DA44E"/>
            </a:solidFill>
            <a:prstDash val="solid"/>
          </a:ln>
        </p:spPr>
        <p:txBody>
          <a:bodyPr anchor="ctr" rtlCol="0" wrap="square"/>
          <a:p>
            <a:pPr indent="0" marL="0">
              <a:buNone/>
            </a:pPr>
            <a:endParaRPr dirty="0" lang="en-US"/>
          </a:p>
        </p:txBody>
      </p:sp>
      <p:sp>
        <p:nvSpPr>
          <p:cNvPr id="1048870" name="Text 62"/>
          <p:cNvSpPr/>
          <p:nvPr/>
        </p:nvSpPr>
        <p:spPr>
          <a:xfrm>
            <a:off x="8340071" y="2877632"/>
            <a:ext cx="221971" cy="168021"/>
          </a:xfrm>
          <a:prstGeom prst="roundRect">
            <a:avLst>
              <a:gd name="adj" fmla="val 5663265"/>
            </a:avLst>
          </a:prstGeom>
          <a:solidFill>
            <a:srgbClr val="21262D"/>
          </a:solidFill>
          <a:ln w="7144">
            <a:solidFill>
              <a:srgbClr val="2DA44E"/>
            </a:solidFill>
            <a:prstDash val="solid"/>
          </a:ln>
        </p:spPr>
        <p:txBody>
          <a:bodyPr anchor="ctr" rtlCol="0" wrap="square"/>
          <a:p>
            <a:pPr indent="0" marL="0">
              <a:buNone/>
            </a:pPr>
            <a:endParaRPr dirty="0" lang="en-US"/>
          </a:p>
        </p:txBody>
      </p:sp>
      <p:sp>
        <p:nvSpPr>
          <p:cNvPr id="1048871" name="Text 63"/>
          <p:cNvSpPr/>
          <p:nvPr/>
        </p:nvSpPr>
        <p:spPr>
          <a:xfrm>
            <a:off x="8308181" y="2886633"/>
            <a:ext cx="200025" cy="150019"/>
          </a:xfrm>
          <a:prstGeom prst="rect"/>
          <a:noFill/>
        </p:spPr>
        <p:txBody>
          <a:bodyPr anchor="ctr" bIns="0" lIns="0" rIns="0" rtlCol="0" tIns="0" wrap="none"/>
          <a:p>
            <a:pPr algn="ctr" indent="0" marL="0">
              <a:lnSpc>
                <a:spcPts val="844"/>
              </a:lnSpc>
              <a:buNone/>
            </a:pPr>
            <a:r>
              <a:rPr b="1" dirty="0" sz="800" lang="en-US">
                <a:solidFill>
                  <a:srgbClr val="2DA44E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04</a:t>
            </a:r>
            <a:endParaRPr dirty="0" sz="800" lang="en-US"/>
          </a:p>
        </p:txBody>
      </p:sp>
      <p:sp>
        <p:nvSpPr>
          <p:cNvPr id="1048872" name="Text 64"/>
          <p:cNvSpPr/>
          <p:nvPr/>
        </p:nvSpPr>
        <p:spPr>
          <a:xfrm>
            <a:off x="6843713" y="3052725"/>
            <a:ext cx="250031" cy="250031"/>
          </a:xfrm>
          <a:prstGeom prst="roundRect">
            <a:avLst>
              <a:gd name="adj" fmla="val 38095"/>
            </a:avLst>
          </a:prstGeom>
          <a:solidFill>
            <a:srgbClr val="2DA44E">
              <a:alpha val="10000"/>
            </a:srgbClr>
          </a:solidFill>
          <a:ln w="7144">
            <a:solidFill>
              <a:srgbClr val="2DA44E"/>
            </a:solidFill>
            <a:prstDash val="solid"/>
          </a:ln>
        </p:spPr>
        <p:txBody>
          <a:bodyPr anchor="ctr" rtlCol="0" wrap="square"/>
          <a:p>
            <a:pPr indent="0" marL="0">
              <a:buNone/>
            </a:pPr>
            <a:endParaRPr dirty="0" lang="en-US"/>
          </a:p>
        </p:txBody>
      </p:sp>
      <p:sp>
        <p:nvSpPr>
          <p:cNvPr id="1048873" name="Text 65"/>
          <p:cNvSpPr/>
          <p:nvPr/>
        </p:nvSpPr>
        <p:spPr>
          <a:xfrm>
            <a:off x="6865144" y="3074157"/>
            <a:ext cx="207169" cy="207169"/>
          </a:xfrm>
          <a:prstGeom prst="rect"/>
          <a:noFill/>
        </p:spPr>
        <p:txBody>
          <a:bodyPr anchor="ctr" bIns="0" lIns="0" rIns="0" rtlCol="0" tIns="0" wrap="none"/>
          <a:p>
            <a:pPr algn="ctr" indent="0" marL="0">
              <a:buNone/>
            </a:pPr>
            <a:r>
              <a:rPr dirty="0" sz="1406" lang="en-US">
                <a:solidFill>
                  <a:srgbClr val="2DA44E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endParaRPr dirty="0" sz="1406" lang="en-US"/>
          </a:p>
        </p:txBody>
      </p:sp>
      <p:sp>
        <p:nvSpPr>
          <p:cNvPr id="1048874" name="Text 66"/>
          <p:cNvSpPr/>
          <p:nvPr/>
        </p:nvSpPr>
        <p:spPr>
          <a:xfrm>
            <a:off x="7096378" y="3043796"/>
            <a:ext cx="743064" cy="133302"/>
          </a:xfrm>
          <a:prstGeom prst="rect"/>
          <a:noFill/>
        </p:spPr>
        <p:txBody>
          <a:bodyPr anchor="t" bIns="0" lIns="0" rIns="0" rtlCol="0" tIns="0" wrap="none">
            <a:normAutofit fontScale="25000" lnSpcReduction="20000"/>
          </a:bodyPr>
          <a:p>
            <a:pPr algn="l" indent="0" marL="0">
              <a:lnSpc>
                <a:spcPts val="1266"/>
              </a:lnSpc>
              <a:buNone/>
            </a:pPr>
            <a:r>
              <a:rPr dirty="0" sz="844" lang="en-US">
                <a:solidFill>
                  <a:srgbClr val="C9D1D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Green build</a:t>
            </a:r>
            <a:endParaRPr dirty="0" sz="844" lang="en-US"/>
          </a:p>
        </p:txBody>
      </p:sp>
      <p:sp>
        <p:nvSpPr>
          <p:cNvPr id="1048875" name="Text 67"/>
          <p:cNvSpPr/>
          <p:nvPr/>
        </p:nvSpPr>
        <p:spPr>
          <a:xfrm>
            <a:off x="7125833" y="3204530"/>
            <a:ext cx="684154" cy="164592"/>
          </a:xfrm>
          <a:prstGeom prst="rect"/>
          <a:noFill/>
        </p:spPr>
        <p:txBody>
          <a:bodyPr anchor="t" bIns="0" lIns="0" rIns="0" rtlCol="0" tIns="0" wrap="none"/>
          <a:p>
            <a:pPr algn="l" indent="0" marL="0">
              <a:lnSpc>
                <a:spcPts val="844"/>
              </a:lnSpc>
              <a:buNone/>
            </a:pPr>
            <a:r>
              <a:rPr dirty="0" sz="800" lang="en-US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mergeable ✓</a:t>
            </a:r>
            <a:endParaRPr dirty="0" sz="800" lang="en-US"/>
          </a:p>
        </p:txBody>
      </p:sp>
      <p:sp>
        <p:nvSpPr>
          <p:cNvPr id="1048876" name="Text 68"/>
          <p:cNvSpPr/>
          <p:nvPr/>
        </p:nvSpPr>
        <p:spPr>
          <a:xfrm>
            <a:off x="6840141" y="3383124"/>
            <a:ext cx="1768150" cy="129480"/>
          </a:xfrm>
          <a:prstGeom prst="rect"/>
          <a:noFill/>
        </p:spPr>
        <p:txBody>
          <a:bodyPr anchor="t" bIns="0" lIns="0" rIns="0" rtlCol="0" tIns="0" wrap="square"/>
          <a:p>
            <a:pPr algn="l" indent="0" marL="0">
              <a:lnSpc>
                <a:spcPts val="1020"/>
              </a:lnSpc>
              <a:buNone/>
            </a:pPr>
            <a:r>
              <a:rPr dirty="0" sz="703" lang="en-US">
                <a:solidFill>
                  <a:srgbClr val="2DA44E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r>
              <a:rPr dirty="0" sz="703" lang="en-US">
                <a:solidFill>
                  <a:srgbClr val="C9D1D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Pipeline OK → mergeable a main.</a:t>
            </a:r>
            <a:endParaRPr dirty="0" sz="703" lang="en-US"/>
          </a:p>
        </p:txBody>
      </p:sp>
      <p:sp>
        <p:nvSpPr>
          <p:cNvPr id="1048877" name="Shape 69"/>
          <p:cNvSpPr/>
          <p:nvPr/>
        </p:nvSpPr>
        <p:spPr>
          <a:xfrm>
            <a:off x="514350" y="3737632"/>
            <a:ext cx="8115300" cy="0"/>
          </a:xfrm>
          <a:prstGeom prst="line"/>
          <a:noFill/>
          <a:ln w="7144">
            <a:solidFill>
              <a:srgbClr val="30363D"/>
            </a:solidFill>
            <a:prstDash val="solid"/>
          </a:ln>
        </p:spPr>
      </p:sp>
      <p:sp>
        <p:nvSpPr>
          <p:cNvPr id="1048878" name="Text 70"/>
          <p:cNvSpPr/>
          <p:nvPr/>
        </p:nvSpPr>
        <p:spPr>
          <a:xfrm>
            <a:off x="514350" y="3819785"/>
            <a:ext cx="91440" cy="91440"/>
          </a:xfrm>
          <a:prstGeom prst="rect"/>
          <a:noFill/>
        </p:spPr>
        <p:txBody>
          <a:bodyPr anchor="ctr" bIns="0" lIns="0" rIns="0" rtlCol="0" tIns="0" wrap="none"/>
          <a:p>
            <a:pPr algn="ctr" indent="0" marL="0">
              <a:buNone/>
            </a:pPr>
            <a:r>
              <a:rPr dirty="0" sz="844" lang="en-US">
                <a:solidFill>
                  <a:srgbClr val="8B949E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ⓘ</a:t>
            </a:r>
            <a:endParaRPr dirty="0" sz="844" lang="en-US"/>
          </a:p>
        </p:txBody>
      </p:sp>
      <p:sp>
        <p:nvSpPr>
          <p:cNvPr id="1048879" name="Text 71"/>
          <p:cNvSpPr/>
          <p:nvPr/>
        </p:nvSpPr>
        <p:spPr>
          <a:xfrm>
            <a:off x="667941" y="3805498"/>
            <a:ext cx="2808498" cy="110728"/>
          </a:xfrm>
          <a:prstGeom prst="rect"/>
          <a:noFill/>
        </p:spPr>
        <p:txBody>
          <a:bodyPr anchor="t" bIns="0" lIns="0" rIns="0" rtlCol="0" tIns="0" wrap="square"/>
          <a:p>
            <a:pPr algn="l" indent="0" marL="0">
              <a:lnSpc>
                <a:spcPts val="928"/>
              </a:lnSpc>
              <a:buNone/>
            </a:pPr>
            <a:r>
              <a:rPr dirty="0" sz="619" lang="en-US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remote add se ejecuta una sola vez por repo · pull = traer, push = subir</a:t>
            </a:r>
            <a:endParaRPr dirty="0" sz="619" lang="en-US"/>
          </a:p>
        </p:txBody>
      </p:sp>
      <p:sp>
        <p:nvSpPr>
          <p:cNvPr id="1048880" name="Text 72"/>
          <p:cNvSpPr/>
          <p:nvPr/>
        </p:nvSpPr>
        <p:spPr>
          <a:xfrm>
            <a:off x="7549939" y="3798354"/>
            <a:ext cx="1144493" cy="117872"/>
          </a:xfrm>
          <a:prstGeom prst="rect"/>
          <a:noFill/>
        </p:spPr>
        <p:txBody>
          <a:bodyPr anchor="t" bIns="0" lIns="0" rIns="0" rtlCol="0" tIns="0" wrap="square"/>
          <a:p>
            <a:pPr algn="l" indent="0" marL="0">
              <a:lnSpc>
                <a:spcPts val="928"/>
              </a:lnSpc>
              <a:buNone/>
            </a:pPr>
            <a:r>
              <a:rPr dirty="0" sz="619" lang="en-US">
                <a:solidFill>
                  <a:srgbClr val="8B949E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Fundamentos de Git · Demo #3</a:t>
            </a:r>
            <a:endParaRPr dirty="0" sz="619"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117"/>
        </a:solidFill>
        <a:effectLst/>
      </p:bgPr>
    </p:bg>
    <p:spTree>
      <p:nvGrpSpPr>
        <p:cNvPr id="3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84" name="Text 0"/>
          <p:cNvSpPr/>
          <p:nvPr/>
        </p:nvSpPr>
        <p:spPr>
          <a:xfrm>
            <a:off x="491490" y="388691"/>
            <a:ext cx="1023186" cy="212027"/>
          </a:xfrm>
          <a:prstGeom prst="roundRect">
            <a:avLst>
              <a:gd name="adj" fmla="val 4487860"/>
            </a:avLst>
          </a:prstGeom>
          <a:solidFill>
            <a:srgbClr val="58A6FF">
              <a:alpha val="8000"/>
            </a:srgbClr>
          </a:solidFill>
          <a:ln w="7144">
            <a:solidFill>
              <a:srgbClr val="58A6FF"/>
            </a:solidFill>
            <a:prstDash val="solid"/>
          </a:ln>
        </p:spPr>
        <p:txBody>
          <a:bodyPr anchor="ctr" rtlCol="0" wrap="square"/>
          <a:p>
            <a:pPr indent="0" marL="0">
              <a:buNone/>
            </a:pPr>
            <a:endParaRPr dirty="0" lang="en-US"/>
          </a:p>
        </p:txBody>
      </p:sp>
      <p:sp>
        <p:nvSpPr>
          <p:cNvPr id="1048885" name="Text 1"/>
          <p:cNvSpPr/>
          <p:nvPr/>
        </p:nvSpPr>
        <p:spPr>
          <a:xfrm>
            <a:off x="735806" y="442913"/>
            <a:ext cx="663141" cy="139654"/>
          </a:xfrm>
          <a:prstGeom prst="rect"/>
          <a:noFill/>
        </p:spPr>
        <p:txBody>
          <a:bodyPr anchor="t" bIns="0" lIns="0" rIns="0" rtlCol="0" tIns="0" wrap="none"/>
          <a:p>
            <a:pPr algn="l" indent="0" marL="0">
              <a:lnSpc>
                <a:spcPts val="928"/>
              </a:lnSpc>
              <a:buNone/>
            </a:pPr>
            <a:r>
              <a:rPr dirty="0" sz="619" kern="0" lang="en-US" spc="25">
                <a:solidFill>
                  <a:srgbClr val="58A6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PRÁCTICA </a:t>
            </a:r>
            <a:r>
              <a:rPr dirty="0" sz="619" kern="0" lang="en-US" spc="25" smtClean="0">
                <a:solidFill>
                  <a:srgbClr val="58A6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·</a:t>
            </a:r>
            <a:endParaRPr dirty="0" sz="619" lang="en-US"/>
          </a:p>
        </p:txBody>
      </p:sp>
      <p:sp>
        <p:nvSpPr>
          <p:cNvPr id="1048886" name="Text 2"/>
          <p:cNvSpPr/>
          <p:nvPr/>
        </p:nvSpPr>
        <p:spPr>
          <a:xfrm>
            <a:off x="607219" y="451842"/>
            <a:ext cx="91440" cy="91440"/>
          </a:xfrm>
          <a:prstGeom prst="rect"/>
          <a:noFill/>
        </p:spPr>
        <p:txBody>
          <a:bodyPr anchor="ctr" bIns="0" lIns="0" rIns="0" rtlCol="0" tIns="0" wrap="none"/>
          <a:p>
            <a:pPr algn="ctr" indent="0" marL="0">
              <a:buNone/>
            </a:pPr>
            <a:r>
              <a:rPr dirty="0" sz="844" lang="en-US">
                <a:solidFill>
                  <a:srgbClr val="58A6F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◆</a:t>
            </a:r>
            <a:endParaRPr dirty="0" sz="844" lang="en-US"/>
          </a:p>
        </p:txBody>
      </p:sp>
      <p:sp>
        <p:nvSpPr>
          <p:cNvPr id="1048887" name="Text 3"/>
          <p:cNvSpPr/>
          <p:nvPr/>
        </p:nvSpPr>
        <p:spPr>
          <a:xfrm>
            <a:off x="514350" y="675084"/>
            <a:ext cx="4607440" cy="283991"/>
          </a:xfrm>
          <a:prstGeom prst="rect"/>
          <a:noFill/>
        </p:spPr>
        <p:txBody>
          <a:bodyPr anchor="t" bIns="0" lIns="0" rIns="0" rtlCol="0" tIns="0" wrap="square">
            <a:normAutofit/>
          </a:bodyPr>
          <a:p>
            <a:pPr algn="l" indent="0" marL="0">
              <a:lnSpc>
                <a:spcPts val="2228"/>
              </a:lnSpc>
              <a:buNone/>
            </a:pPr>
            <a:r>
              <a:rPr b="1" dirty="0" sz="2025" kern="0" lang="en-US" spc="-20">
                <a:solidFill>
                  <a:srgbClr val="C9D1D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Buenas prácticas desde el </a:t>
            </a:r>
            <a:r>
              <a:rPr b="1" dirty="0" sz="2025" kern="0" lang="en-US" spc="-20">
                <a:solidFill>
                  <a:srgbClr val="58A6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commit #1</a:t>
            </a:r>
            <a:endParaRPr dirty="0" sz="2025" lang="en-US"/>
          </a:p>
        </p:txBody>
      </p:sp>
      <p:sp>
        <p:nvSpPr>
          <p:cNvPr id="1048888" name="Text 4"/>
          <p:cNvSpPr/>
          <p:nvPr/>
        </p:nvSpPr>
        <p:spPr>
          <a:xfrm>
            <a:off x="514350" y="986507"/>
            <a:ext cx="4523668" cy="173593"/>
          </a:xfrm>
          <a:prstGeom prst="rect"/>
          <a:noFill/>
        </p:spPr>
        <p:txBody>
          <a:bodyPr anchor="t" bIns="0" lIns="0" rIns="0" rtlCol="0" tIns="0" wrap="square"/>
          <a:p>
            <a:pPr algn="l" indent="0" marL="0">
              <a:lnSpc>
                <a:spcPts val="1266"/>
              </a:lnSpc>
              <a:buNone/>
            </a:pPr>
            <a:r>
              <a:rPr dirty="0" sz="844" lang="en-US">
                <a:solidFill>
                  <a:srgbClr val="8B949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Hábitos que evitan dolor cuando el equipo crece.</a:t>
            </a:r>
            <a:endParaRPr dirty="0" sz="844" lang="en-US"/>
          </a:p>
        </p:txBody>
      </p:sp>
      <p:sp>
        <p:nvSpPr>
          <p:cNvPr id="1048889" name="Text 6"/>
          <p:cNvSpPr/>
          <p:nvPr/>
        </p:nvSpPr>
        <p:spPr>
          <a:xfrm>
            <a:off x="7962861" y="787933"/>
            <a:ext cx="666789" cy="164592"/>
          </a:xfrm>
          <a:prstGeom prst="rect"/>
          <a:noFill/>
        </p:spPr>
        <p:txBody>
          <a:bodyPr anchor="t" bIns="0" lIns="0" rIns="0" rtlCol="0" tIns="0" wrap="none"/>
          <a:p>
            <a:pPr algn="r" indent="0" marL="0">
              <a:lnSpc>
                <a:spcPts val="928"/>
              </a:lnSpc>
              <a:buNone/>
            </a:pPr>
            <a:r>
              <a:rPr dirty="0" sz="619" lang="en-US">
                <a:solidFill>
                  <a:srgbClr val="58A6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.gitignore · v1</a:t>
            </a:r>
            <a:endParaRPr dirty="0" sz="619" lang="en-US"/>
          </a:p>
        </p:txBody>
      </p:sp>
      <p:sp>
        <p:nvSpPr>
          <p:cNvPr id="1048890" name="Text 7"/>
          <p:cNvSpPr/>
          <p:nvPr/>
        </p:nvSpPr>
        <p:spPr>
          <a:xfrm>
            <a:off x="514350" y="1261542"/>
            <a:ext cx="8115300" cy="7144"/>
          </a:xfrm>
          <a:prstGeom prst="rect"/>
          <a:solidFill>
            <a:srgbClr val="30363D"/>
          </a:solidFill>
        </p:spPr>
        <p:txBody>
          <a:bodyPr anchor="ctr" rtlCol="0" wrap="square"/>
          <a:p>
            <a:pPr indent="0" marL="0">
              <a:buNone/>
            </a:pPr>
            <a:endParaRPr dirty="0" lang="en-US"/>
          </a:p>
        </p:txBody>
      </p:sp>
      <p:sp>
        <p:nvSpPr>
          <p:cNvPr id="1048891" name="Text 8"/>
          <p:cNvSpPr/>
          <p:nvPr/>
        </p:nvSpPr>
        <p:spPr>
          <a:xfrm>
            <a:off x="514350" y="1427634"/>
            <a:ext cx="128588" cy="128588"/>
          </a:xfrm>
          <a:prstGeom prst="rect"/>
          <a:noFill/>
        </p:spPr>
        <p:txBody>
          <a:bodyPr anchor="ctr" bIns="0" lIns="0" rIns="0" rtlCol="0" tIns="0" wrap="none"/>
          <a:p>
            <a:pPr algn="ctr" indent="0" marL="0">
              <a:buNone/>
            </a:pPr>
            <a:r>
              <a:rPr dirty="0" sz="1266" lang="en-US">
                <a:solidFill>
                  <a:srgbClr val="58A6F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endParaRPr dirty="0" sz="1266" lang="en-US"/>
          </a:p>
        </p:txBody>
      </p:sp>
      <p:sp>
        <p:nvSpPr>
          <p:cNvPr id="1048892" name="Text 9"/>
          <p:cNvSpPr/>
          <p:nvPr/>
        </p:nvSpPr>
        <p:spPr>
          <a:xfrm>
            <a:off x="700088" y="1411560"/>
            <a:ext cx="1763296" cy="173593"/>
          </a:xfrm>
          <a:prstGeom prst="rect"/>
          <a:noFill/>
        </p:spPr>
        <p:txBody>
          <a:bodyPr anchor="t" bIns="0" lIns="0" rIns="0" rtlCol="0" tIns="0" wrap="square"/>
          <a:p>
            <a:pPr algn="l" indent="0" marL="0">
              <a:lnSpc>
                <a:spcPts val="1266"/>
              </a:lnSpc>
              <a:buNone/>
            </a:pPr>
            <a:r>
              <a:rPr dirty="0" sz="844" lang="en-US">
                <a:solidFill>
                  <a:srgbClr val="C9D1D9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5 hábitos que marcan la diferencia</a:t>
            </a:r>
            <a:endParaRPr dirty="0" sz="844" lang="en-US"/>
          </a:p>
        </p:txBody>
      </p:sp>
      <p:sp>
        <p:nvSpPr>
          <p:cNvPr id="1048893" name="Text 10"/>
          <p:cNvSpPr/>
          <p:nvPr/>
        </p:nvSpPr>
        <p:spPr>
          <a:xfrm>
            <a:off x="4239034" y="1432992"/>
            <a:ext cx="736778" cy="164592"/>
          </a:xfrm>
          <a:prstGeom prst="rect"/>
          <a:noFill/>
        </p:spPr>
        <p:txBody>
          <a:bodyPr anchor="t" bIns="0" lIns="0" rIns="0" rtlCol="0" tIns="0" wrap="none"/>
          <a:p>
            <a:pPr algn="l" indent="0" marL="0">
              <a:lnSpc>
                <a:spcPts val="928"/>
              </a:lnSpc>
              <a:buNone/>
            </a:pPr>
            <a:r>
              <a:rPr dirty="0" sz="619" lang="en-US">
                <a:solidFill>
                  <a:srgbClr val="8B949E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apply from day 1</a:t>
            </a:r>
            <a:endParaRPr dirty="0" sz="619" lang="en-US"/>
          </a:p>
        </p:txBody>
      </p:sp>
      <p:sp>
        <p:nvSpPr>
          <p:cNvPr id="1048894" name="Text 11"/>
          <p:cNvSpPr/>
          <p:nvPr/>
        </p:nvSpPr>
        <p:spPr>
          <a:xfrm>
            <a:off x="517922" y="1661592"/>
            <a:ext cx="4346191" cy="492919"/>
          </a:xfrm>
          <a:prstGeom prst="roundRect">
            <a:avLst>
              <a:gd name="adj" fmla="val 19324"/>
            </a:avLst>
          </a:prstGeom>
          <a:solidFill>
            <a:srgbClr val="161B22"/>
          </a:solidFill>
          <a:ln w="7144">
            <a:solidFill>
              <a:srgbClr val="30363D"/>
            </a:solidFill>
            <a:prstDash val="solid"/>
          </a:ln>
        </p:spPr>
        <p:txBody>
          <a:bodyPr anchor="ctr" rtlCol="0" wrap="square"/>
          <a:p>
            <a:pPr indent="0" marL="0">
              <a:buNone/>
            </a:pPr>
            <a:endParaRPr dirty="0" lang="en-US"/>
          </a:p>
        </p:txBody>
      </p:sp>
      <p:sp>
        <p:nvSpPr>
          <p:cNvPr id="1048895" name="Text 12"/>
          <p:cNvSpPr/>
          <p:nvPr/>
        </p:nvSpPr>
        <p:spPr>
          <a:xfrm>
            <a:off x="639366" y="1768748"/>
            <a:ext cx="278606" cy="278606"/>
          </a:xfrm>
          <a:prstGeom prst="roundRect">
            <a:avLst>
              <a:gd name="adj" fmla="val 34188"/>
            </a:avLst>
          </a:prstGeom>
          <a:solidFill>
            <a:srgbClr val="21262D"/>
          </a:solidFill>
          <a:ln w="7144">
            <a:solidFill>
              <a:srgbClr val="30363D"/>
            </a:solidFill>
            <a:prstDash val="solid"/>
          </a:ln>
        </p:spPr>
        <p:txBody>
          <a:bodyPr anchor="ctr" rtlCol="0" wrap="square"/>
          <a:p>
            <a:pPr indent="0" marL="0">
              <a:buNone/>
            </a:pPr>
            <a:endParaRPr dirty="0" lang="en-US"/>
          </a:p>
        </p:txBody>
      </p:sp>
      <p:sp>
        <p:nvSpPr>
          <p:cNvPr id="1048896" name="Text 13"/>
          <p:cNvSpPr/>
          <p:nvPr/>
        </p:nvSpPr>
        <p:spPr>
          <a:xfrm>
            <a:off x="675084" y="1804467"/>
            <a:ext cx="207169" cy="207169"/>
          </a:xfrm>
          <a:prstGeom prst="rect"/>
          <a:noFill/>
        </p:spPr>
        <p:txBody>
          <a:bodyPr anchor="ctr" bIns="0" lIns="0" rIns="0" rtlCol="0" tIns="0" wrap="none"/>
          <a:p>
            <a:pPr algn="ctr" indent="0" marL="0">
              <a:buNone/>
            </a:pPr>
            <a:r>
              <a:rPr dirty="0" sz="1406" lang="en-US">
                <a:solidFill>
                  <a:srgbClr val="58A6F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dirty="0" sz="1406" lang="en-US"/>
          </a:p>
        </p:txBody>
      </p:sp>
      <p:sp>
        <p:nvSpPr>
          <p:cNvPr id="1048897" name="Text 14"/>
          <p:cNvSpPr/>
          <p:nvPr/>
        </p:nvSpPr>
        <p:spPr>
          <a:xfrm>
            <a:off x="1050131" y="1768078"/>
            <a:ext cx="3696109" cy="122587"/>
          </a:xfrm>
          <a:prstGeom prst="rect"/>
          <a:noFill/>
        </p:spPr>
        <p:txBody>
          <a:bodyPr anchor="t" bIns="0" lIns="0" rIns="0" rtlCol="0" tIns="0" wrap="none">
            <a:normAutofit fontScale="25000" lnSpcReduction="20000"/>
          </a:bodyPr>
          <a:p>
            <a:pPr algn="l" indent="0" marL="0">
              <a:lnSpc>
                <a:spcPts val="1181"/>
              </a:lnSpc>
              <a:buNone/>
            </a:pPr>
            <a:r>
              <a:rPr dirty="0" sz="800" lang="en-US">
                <a:solidFill>
                  <a:srgbClr val="C9D1D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Commits atómicos</a:t>
            </a:r>
            <a:endParaRPr dirty="0" sz="800" lang="en-US"/>
          </a:p>
        </p:txBody>
      </p:sp>
      <p:sp>
        <p:nvSpPr>
          <p:cNvPr id="1048898" name="Text 15"/>
          <p:cNvSpPr/>
          <p:nvPr/>
        </p:nvSpPr>
        <p:spPr>
          <a:xfrm>
            <a:off x="1050131" y="1918097"/>
            <a:ext cx="3805837" cy="132829"/>
          </a:xfrm>
          <a:prstGeom prst="rect"/>
          <a:noFill/>
        </p:spPr>
        <p:txBody>
          <a:bodyPr anchor="t" bIns="0" lIns="0" rIns="0" rtlCol="0" tIns="0" wrap="square"/>
          <a:p>
            <a:pPr algn="l" indent="0" marL="0">
              <a:lnSpc>
                <a:spcPts val="1024"/>
              </a:lnSpc>
              <a:buNone/>
            </a:pPr>
            <a:r>
              <a:rPr dirty="0" sz="800" lang="en-US">
                <a:solidFill>
                  <a:srgbClr val="8B949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Un cambio lógico por commit.</a:t>
            </a:r>
            <a:endParaRPr dirty="0" sz="800" lang="en-US"/>
          </a:p>
        </p:txBody>
      </p:sp>
      <p:sp>
        <p:nvSpPr>
          <p:cNvPr id="1048899" name="Text 16"/>
          <p:cNvSpPr/>
          <p:nvPr/>
        </p:nvSpPr>
        <p:spPr>
          <a:xfrm>
            <a:off x="517922" y="2233092"/>
            <a:ext cx="4346191" cy="492919"/>
          </a:xfrm>
          <a:prstGeom prst="roundRect">
            <a:avLst>
              <a:gd name="adj" fmla="val 19324"/>
            </a:avLst>
          </a:prstGeom>
          <a:solidFill>
            <a:srgbClr val="161B22"/>
          </a:solidFill>
          <a:ln w="7144">
            <a:solidFill>
              <a:srgbClr val="30363D"/>
            </a:solidFill>
            <a:prstDash val="solid"/>
          </a:ln>
        </p:spPr>
        <p:txBody>
          <a:bodyPr anchor="ctr" rtlCol="0" wrap="square"/>
          <a:p>
            <a:pPr indent="0" marL="0">
              <a:buNone/>
            </a:pPr>
            <a:endParaRPr dirty="0" lang="en-US"/>
          </a:p>
        </p:txBody>
      </p:sp>
      <p:sp>
        <p:nvSpPr>
          <p:cNvPr id="1048900" name="Text 17"/>
          <p:cNvSpPr/>
          <p:nvPr/>
        </p:nvSpPr>
        <p:spPr>
          <a:xfrm>
            <a:off x="639366" y="2340248"/>
            <a:ext cx="278606" cy="278606"/>
          </a:xfrm>
          <a:prstGeom prst="roundRect">
            <a:avLst>
              <a:gd name="adj" fmla="val 34188"/>
            </a:avLst>
          </a:prstGeom>
          <a:solidFill>
            <a:srgbClr val="21262D"/>
          </a:solidFill>
          <a:ln w="7144">
            <a:solidFill>
              <a:srgbClr val="30363D"/>
            </a:solidFill>
            <a:prstDash val="solid"/>
          </a:ln>
        </p:spPr>
        <p:txBody>
          <a:bodyPr anchor="ctr" rtlCol="0" wrap="square"/>
          <a:p>
            <a:pPr indent="0" marL="0">
              <a:buNone/>
            </a:pPr>
            <a:endParaRPr dirty="0" lang="en-US"/>
          </a:p>
        </p:txBody>
      </p:sp>
      <p:sp>
        <p:nvSpPr>
          <p:cNvPr id="1048901" name="Text 18"/>
          <p:cNvSpPr/>
          <p:nvPr/>
        </p:nvSpPr>
        <p:spPr>
          <a:xfrm>
            <a:off x="675084" y="2375967"/>
            <a:ext cx="207169" cy="207169"/>
          </a:xfrm>
          <a:prstGeom prst="rect"/>
          <a:noFill/>
        </p:spPr>
        <p:txBody>
          <a:bodyPr anchor="ctr" bIns="0" lIns="0" rIns="0" rtlCol="0" tIns="0" wrap="none"/>
          <a:p>
            <a:pPr algn="ctr" indent="0" marL="0">
              <a:buNone/>
            </a:pPr>
            <a:r>
              <a:rPr dirty="0" sz="1406" lang="en-US">
                <a:solidFill>
                  <a:srgbClr val="58A6F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✎</a:t>
            </a:r>
            <a:endParaRPr dirty="0" sz="1406" lang="en-US"/>
          </a:p>
        </p:txBody>
      </p:sp>
      <p:sp>
        <p:nvSpPr>
          <p:cNvPr id="1048902" name="Text 19"/>
          <p:cNvSpPr/>
          <p:nvPr/>
        </p:nvSpPr>
        <p:spPr>
          <a:xfrm>
            <a:off x="1050131" y="2339578"/>
            <a:ext cx="3696109" cy="122587"/>
          </a:xfrm>
          <a:prstGeom prst="rect"/>
          <a:noFill/>
        </p:spPr>
        <p:txBody>
          <a:bodyPr anchor="t" bIns="0" lIns="0" rIns="0" rtlCol="0" tIns="0" wrap="none">
            <a:normAutofit fontScale="25000" lnSpcReduction="20000"/>
          </a:bodyPr>
          <a:p>
            <a:pPr algn="l" indent="0" marL="0">
              <a:lnSpc>
                <a:spcPts val="1181"/>
              </a:lnSpc>
              <a:buNone/>
            </a:pPr>
            <a:r>
              <a:rPr dirty="0" sz="800" lang="en-US">
                <a:solidFill>
                  <a:srgbClr val="C9D1D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Mensajes con prefijo</a:t>
            </a:r>
            <a:endParaRPr dirty="0" sz="800" lang="en-US"/>
          </a:p>
        </p:txBody>
      </p:sp>
      <p:sp>
        <p:nvSpPr>
          <p:cNvPr id="1048903" name="Text 20"/>
          <p:cNvSpPr/>
          <p:nvPr/>
        </p:nvSpPr>
        <p:spPr>
          <a:xfrm>
            <a:off x="1050131" y="2489597"/>
            <a:ext cx="366832" cy="132829"/>
          </a:xfrm>
          <a:prstGeom prst="rect"/>
          <a:noFill/>
        </p:spPr>
        <p:txBody>
          <a:bodyPr anchor="t" bIns="0" lIns="0" rIns="0" rtlCol="0" tIns="0" wrap="none"/>
          <a:p>
            <a:pPr algn="l" indent="0" marL="0">
              <a:lnSpc>
                <a:spcPts val="1024"/>
              </a:lnSpc>
              <a:buNone/>
            </a:pPr>
            <a:r>
              <a:rPr dirty="0" sz="800" lang="en-US">
                <a:solidFill>
                  <a:srgbClr val="58A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feat:</a:t>
            </a:r>
            <a:endParaRPr dirty="0" sz="800" lang="en-US"/>
          </a:p>
        </p:txBody>
      </p:sp>
      <p:sp>
        <p:nvSpPr>
          <p:cNvPr id="1048904" name="Text 21"/>
          <p:cNvSpPr/>
          <p:nvPr/>
        </p:nvSpPr>
        <p:spPr>
          <a:xfrm>
            <a:off x="1328738" y="2489597"/>
            <a:ext cx="91440" cy="132829"/>
          </a:xfrm>
          <a:prstGeom prst="rect"/>
          <a:noFill/>
        </p:spPr>
        <p:txBody>
          <a:bodyPr anchor="t" bIns="0" lIns="0" rIns="0" rtlCol="0" tIns="0" wrap="square"/>
          <a:p>
            <a:pPr algn="l" indent="0" marL="0">
              <a:lnSpc>
                <a:spcPts val="1024"/>
              </a:lnSpc>
              <a:buNone/>
            </a:pPr>
            <a:r>
              <a:rPr dirty="0" sz="800" lang="en-US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·</a:t>
            </a:r>
            <a:endParaRPr dirty="0" sz="800" lang="en-US"/>
          </a:p>
        </p:txBody>
      </p:sp>
      <p:sp>
        <p:nvSpPr>
          <p:cNvPr id="1048905" name="Text 22"/>
          <p:cNvSpPr/>
          <p:nvPr/>
        </p:nvSpPr>
        <p:spPr>
          <a:xfrm>
            <a:off x="1397496" y="2489597"/>
            <a:ext cx="293465" cy="132829"/>
          </a:xfrm>
          <a:prstGeom prst="rect"/>
          <a:noFill/>
        </p:spPr>
        <p:txBody>
          <a:bodyPr anchor="t" bIns="0" lIns="0" rIns="0" rtlCol="0" tIns="0" wrap="none"/>
          <a:p>
            <a:pPr algn="l" indent="0" marL="0">
              <a:lnSpc>
                <a:spcPts val="1024"/>
              </a:lnSpc>
              <a:buNone/>
            </a:pPr>
            <a:r>
              <a:rPr dirty="0" sz="800" lang="en-US">
                <a:solidFill>
                  <a:srgbClr val="58A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fix:</a:t>
            </a:r>
            <a:endParaRPr dirty="0" sz="800" lang="en-US"/>
          </a:p>
        </p:txBody>
      </p:sp>
      <p:sp>
        <p:nvSpPr>
          <p:cNvPr id="1048906" name="Text 23"/>
          <p:cNvSpPr/>
          <p:nvPr/>
        </p:nvSpPr>
        <p:spPr>
          <a:xfrm>
            <a:off x="1629668" y="2489597"/>
            <a:ext cx="91440" cy="132829"/>
          </a:xfrm>
          <a:prstGeom prst="rect"/>
          <a:noFill/>
        </p:spPr>
        <p:txBody>
          <a:bodyPr anchor="t" bIns="0" lIns="0" rIns="0" rtlCol="0" tIns="0" wrap="square"/>
          <a:p>
            <a:pPr algn="l" indent="0" marL="0">
              <a:lnSpc>
                <a:spcPts val="1024"/>
              </a:lnSpc>
              <a:buNone/>
            </a:pPr>
            <a:r>
              <a:rPr dirty="0" sz="800" lang="en-US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·</a:t>
            </a:r>
            <a:endParaRPr dirty="0" sz="800" lang="en-US"/>
          </a:p>
        </p:txBody>
      </p:sp>
      <p:sp>
        <p:nvSpPr>
          <p:cNvPr id="1048907" name="Text 24"/>
          <p:cNvSpPr/>
          <p:nvPr/>
        </p:nvSpPr>
        <p:spPr>
          <a:xfrm>
            <a:off x="1698427" y="2489597"/>
            <a:ext cx="366832" cy="132829"/>
          </a:xfrm>
          <a:prstGeom prst="rect"/>
          <a:noFill/>
        </p:spPr>
        <p:txBody>
          <a:bodyPr anchor="t" bIns="0" lIns="0" rIns="0" rtlCol="0" tIns="0" wrap="none"/>
          <a:p>
            <a:pPr algn="l" indent="0" marL="0">
              <a:lnSpc>
                <a:spcPts val="1024"/>
              </a:lnSpc>
              <a:buNone/>
            </a:pPr>
            <a:r>
              <a:rPr dirty="0" sz="800" lang="en-US">
                <a:solidFill>
                  <a:srgbClr val="58A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docs:</a:t>
            </a:r>
            <a:endParaRPr dirty="0" sz="800" lang="en-US"/>
          </a:p>
        </p:txBody>
      </p:sp>
      <p:sp>
        <p:nvSpPr>
          <p:cNvPr id="1048908" name="Text 25"/>
          <p:cNvSpPr/>
          <p:nvPr/>
        </p:nvSpPr>
        <p:spPr>
          <a:xfrm>
            <a:off x="1977033" y="2489597"/>
            <a:ext cx="91440" cy="132829"/>
          </a:xfrm>
          <a:prstGeom prst="rect"/>
          <a:noFill/>
        </p:spPr>
        <p:txBody>
          <a:bodyPr anchor="t" bIns="0" lIns="0" rIns="0" rtlCol="0" tIns="0" wrap="square"/>
          <a:p>
            <a:pPr algn="l" indent="0" marL="0">
              <a:lnSpc>
                <a:spcPts val="1024"/>
              </a:lnSpc>
              <a:buNone/>
            </a:pPr>
            <a:r>
              <a:rPr dirty="0" sz="800" lang="en-US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·</a:t>
            </a:r>
            <a:endParaRPr dirty="0" sz="800" lang="en-US"/>
          </a:p>
        </p:txBody>
      </p:sp>
      <p:sp>
        <p:nvSpPr>
          <p:cNvPr id="1048909" name="Text 26"/>
          <p:cNvSpPr/>
          <p:nvPr/>
        </p:nvSpPr>
        <p:spPr>
          <a:xfrm>
            <a:off x="2019132" y="2489597"/>
            <a:ext cx="588244" cy="132829"/>
          </a:xfrm>
          <a:prstGeom prst="rect"/>
          <a:noFill/>
        </p:spPr>
        <p:txBody>
          <a:bodyPr anchor="t" bIns="0" lIns="0" rIns="0" rtlCol="0" tIns="0" wrap="none"/>
          <a:p>
            <a:pPr algn="l" indent="0" marL="0">
              <a:lnSpc>
                <a:spcPts val="1024"/>
              </a:lnSpc>
              <a:buNone/>
            </a:pPr>
            <a:r>
              <a:rPr dirty="0" sz="800" lang="en-US">
                <a:solidFill>
                  <a:srgbClr val="58A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refactor:</a:t>
            </a:r>
            <a:endParaRPr dirty="0" sz="800" lang="en-US"/>
          </a:p>
        </p:txBody>
      </p:sp>
      <p:sp>
        <p:nvSpPr>
          <p:cNvPr id="1048910" name="Text 27"/>
          <p:cNvSpPr/>
          <p:nvPr/>
        </p:nvSpPr>
        <p:spPr>
          <a:xfrm>
            <a:off x="517922" y="2804592"/>
            <a:ext cx="4346191" cy="492919"/>
          </a:xfrm>
          <a:prstGeom prst="roundRect">
            <a:avLst>
              <a:gd name="adj" fmla="val 19324"/>
            </a:avLst>
          </a:prstGeom>
          <a:solidFill>
            <a:srgbClr val="161B22"/>
          </a:solidFill>
          <a:ln w="7144">
            <a:solidFill>
              <a:srgbClr val="30363D"/>
            </a:solidFill>
            <a:prstDash val="solid"/>
          </a:ln>
        </p:spPr>
        <p:txBody>
          <a:bodyPr anchor="ctr" rtlCol="0" wrap="square"/>
          <a:p>
            <a:pPr indent="0" marL="0">
              <a:buNone/>
            </a:pPr>
            <a:endParaRPr dirty="0" lang="en-US"/>
          </a:p>
        </p:txBody>
      </p:sp>
      <p:sp>
        <p:nvSpPr>
          <p:cNvPr id="1048911" name="Text 28"/>
          <p:cNvSpPr/>
          <p:nvPr/>
        </p:nvSpPr>
        <p:spPr>
          <a:xfrm>
            <a:off x="639366" y="2911748"/>
            <a:ext cx="278606" cy="278606"/>
          </a:xfrm>
          <a:prstGeom prst="roundRect">
            <a:avLst>
              <a:gd name="adj" fmla="val 34188"/>
            </a:avLst>
          </a:prstGeom>
          <a:solidFill>
            <a:srgbClr val="21262D"/>
          </a:solidFill>
          <a:ln w="7144">
            <a:solidFill>
              <a:srgbClr val="30363D"/>
            </a:solidFill>
            <a:prstDash val="solid"/>
          </a:ln>
        </p:spPr>
        <p:txBody>
          <a:bodyPr anchor="ctr" rtlCol="0" wrap="square"/>
          <a:p>
            <a:pPr indent="0" marL="0">
              <a:buNone/>
            </a:pPr>
            <a:endParaRPr dirty="0" lang="en-US"/>
          </a:p>
        </p:txBody>
      </p:sp>
      <p:sp>
        <p:nvSpPr>
          <p:cNvPr id="1048912" name="Text 29"/>
          <p:cNvSpPr/>
          <p:nvPr/>
        </p:nvSpPr>
        <p:spPr>
          <a:xfrm>
            <a:off x="675084" y="2947467"/>
            <a:ext cx="207169" cy="207169"/>
          </a:xfrm>
          <a:prstGeom prst="rect"/>
          <a:noFill/>
        </p:spPr>
        <p:txBody>
          <a:bodyPr anchor="ctr" bIns="0" lIns="0" rIns="0" rtlCol="0" tIns="0" wrap="none"/>
          <a:p>
            <a:pPr algn="ctr" indent="0" marL="0">
              <a:buNone/>
            </a:pPr>
            <a:r>
              <a:rPr dirty="0" sz="1406" lang="en-US">
                <a:solidFill>
                  <a:srgbClr val="58A6F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◔</a:t>
            </a:r>
            <a:endParaRPr dirty="0" sz="1406" lang="en-US"/>
          </a:p>
        </p:txBody>
      </p:sp>
      <p:sp>
        <p:nvSpPr>
          <p:cNvPr id="1048913" name="Text 30"/>
          <p:cNvSpPr/>
          <p:nvPr/>
        </p:nvSpPr>
        <p:spPr>
          <a:xfrm>
            <a:off x="1050131" y="2911078"/>
            <a:ext cx="3696109" cy="122587"/>
          </a:xfrm>
          <a:prstGeom prst="rect"/>
          <a:noFill/>
        </p:spPr>
        <p:txBody>
          <a:bodyPr anchor="t" bIns="0" lIns="0" rIns="0" rtlCol="0" tIns="0" wrap="none">
            <a:normAutofit fontScale="25000" lnSpcReduction="20000"/>
          </a:bodyPr>
          <a:p>
            <a:pPr algn="l" indent="0" marL="0">
              <a:lnSpc>
                <a:spcPts val="1181"/>
              </a:lnSpc>
              <a:buNone/>
            </a:pPr>
            <a:r>
              <a:rPr dirty="0" sz="800" lang="en-US">
                <a:solidFill>
                  <a:srgbClr val="C9D1D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Commitea a menudo</a:t>
            </a:r>
            <a:endParaRPr dirty="0" sz="800" lang="en-US"/>
          </a:p>
        </p:txBody>
      </p:sp>
      <p:sp>
        <p:nvSpPr>
          <p:cNvPr id="1048914" name="Text 31"/>
          <p:cNvSpPr/>
          <p:nvPr/>
        </p:nvSpPr>
        <p:spPr>
          <a:xfrm>
            <a:off x="1050131" y="3061097"/>
            <a:ext cx="3805837" cy="132829"/>
          </a:xfrm>
          <a:prstGeom prst="rect"/>
          <a:noFill/>
        </p:spPr>
        <p:txBody>
          <a:bodyPr anchor="t" bIns="0" lIns="0" rIns="0" rtlCol="0" tIns="0" wrap="square"/>
          <a:p>
            <a:pPr algn="l" indent="0" marL="0">
              <a:lnSpc>
                <a:spcPts val="1024"/>
              </a:lnSpc>
              <a:buNone/>
            </a:pPr>
            <a:r>
              <a:rPr dirty="0" sz="800" lang="en-US">
                <a:solidFill>
                  <a:srgbClr val="8B949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Push al terminar una unidad de trabajo.</a:t>
            </a:r>
            <a:endParaRPr dirty="0" sz="800" lang="en-US"/>
          </a:p>
        </p:txBody>
      </p:sp>
      <p:sp>
        <p:nvSpPr>
          <p:cNvPr id="1048915" name="Text 32"/>
          <p:cNvSpPr/>
          <p:nvPr/>
        </p:nvSpPr>
        <p:spPr>
          <a:xfrm>
            <a:off x="517922" y="3376092"/>
            <a:ext cx="4346191" cy="492919"/>
          </a:xfrm>
          <a:prstGeom prst="roundRect">
            <a:avLst>
              <a:gd name="adj" fmla="val 19324"/>
            </a:avLst>
          </a:prstGeom>
          <a:solidFill>
            <a:srgbClr val="F85149">
              <a:alpha val="5000"/>
            </a:srgbClr>
          </a:solidFill>
          <a:ln w="7144">
            <a:solidFill>
              <a:srgbClr val="F85149"/>
            </a:solidFill>
            <a:prstDash val="solid"/>
          </a:ln>
        </p:spPr>
        <p:txBody>
          <a:bodyPr anchor="ctr" rtlCol="0" wrap="square"/>
          <a:p>
            <a:pPr indent="0" marL="0">
              <a:buNone/>
            </a:pPr>
            <a:endParaRPr dirty="0" lang="en-US"/>
          </a:p>
        </p:txBody>
      </p:sp>
      <p:sp>
        <p:nvSpPr>
          <p:cNvPr id="1048916" name="Text 33"/>
          <p:cNvSpPr/>
          <p:nvPr/>
        </p:nvSpPr>
        <p:spPr>
          <a:xfrm>
            <a:off x="639366" y="3483248"/>
            <a:ext cx="278606" cy="278606"/>
          </a:xfrm>
          <a:prstGeom prst="roundRect">
            <a:avLst>
              <a:gd name="adj" fmla="val 34188"/>
            </a:avLst>
          </a:prstGeom>
          <a:solidFill>
            <a:srgbClr val="21262D"/>
          </a:solidFill>
          <a:ln w="7144">
            <a:solidFill>
              <a:srgbClr val="F85149"/>
            </a:solidFill>
            <a:prstDash val="solid"/>
          </a:ln>
        </p:spPr>
        <p:txBody>
          <a:bodyPr anchor="ctr" rtlCol="0" wrap="square"/>
          <a:p>
            <a:pPr indent="0" marL="0">
              <a:buNone/>
            </a:pPr>
            <a:endParaRPr dirty="0" lang="en-US"/>
          </a:p>
        </p:txBody>
      </p:sp>
      <p:sp>
        <p:nvSpPr>
          <p:cNvPr id="1048917" name="Text 34"/>
          <p:cNvSpPr/>
          <p:nvPr/>
        </p:nvSpPr>
        <p:spPr>
          <a:xfrm>
            <a:off x="675084" y="3518967"/>
            <a:ext cx="207169" cy="207169"/>
          </a:xfrm>
          <a:prstGeom prst="rect"/>
          <a:noFill/>
        </p:spPr>
        <p:txBody>
          <a:bodyPr anchor="ctr" bIns="0" lIns="0" rIns="0" rtlCol="0" tIns="0" wrap="none"/>
          <a:p>
            <a:pPr algn="ctr" indent="0" marL="0">
              <a:buNone/>
            </a:pPr>
            <a:r>
              <a:rPr dirty="0" sz="1406" lang="en-US">
                <a:solidFill>
                  <a:srgbClr val="F85149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⊘</a:t>
            </a:r>
            <a:endParaRPr dirty="0" sz="1406" lang="en-US"/>
          </a:p>
        </p:txBody>
      </p:sp>
      <p:sp>
        <p:nvSpPr>
          <p:cNvPr id="1048918" name="Text 35"/>
          <p:cNvSpPr/>
          <p:nvPr/>
        </p:nvSpPr>
        <p:spPr>
          <a:xfrm>
            <a:off x="1050131" y="3482578"/>
            <a:ext cx="3696109" cy="122587"/>
          </a:xfrm>
          <a:prstGeom prst="rect"/>
          <a:noFill/>
        </p:spPr>
        <p:txBody>
          <a:bodyPr anchor="t" bIns="0" lIns="0" rIns="0" rtlCol="0" tIns="0" wrap="none">
            <a:normAutofit fontScale="25000" lnSpcReduction="20000"/>
          </a:bodyPr>
          <a:p>
            <a:pPr algn="l" indent="0" marL="0">
              <a:lnSpc>
                <a:spcPts val="1181"/>
              </a:lnSpc>
              <a:buNone/>
            </a:pPr>
            <a:r>
              <a:rPr dirty="0" sz="800" lang="en-US">
                <a:solidFill>
                  <a:srgbClr val="C9D1D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Nunca commitear secretos</a:t>
            </a:r>
            <a:endParaRPr dirty="0" sz="800" lang="en-US"/>
          </a:p>
        </p:txBody>
      </p:sp>
      <p:sp>
        <p:nvSpPr>
          <p:cNvPr id="1048919" name="Text 36"/>
          <p:cNvSpPr/>
          <p:nvPr/>
        </p:nvSpPr>
        <p:spPr>
          <a:xfrm>
            <a:off x="1050131" y="3632597"/>
            <a:ext cx="3805837" cy="132829"/>
          </a:xfrm>
          <a:prstGeom prst="rect"/>
          <a:noFill/>
        </p:spPr>
        <p:txBody>
          <a:bodyPr anchor="t" bIns="0" lIns="0" rIns="0" rtlCol="0" tIns="0" wrap="square"/>
          <a:p>
            <a:pPr algn="l" indent="0" marL="0">
              <a:lnSpc>
                <a:spcPts val="1024"/>
              </a:lnSpc>
              <a:buNone/>
            </a:pPr>
            <a:r>
              <a:rPr dirty="0" sz="800" lang="en-US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.env</a:t>
            </a:r>
            <a:r>
              <a:rPr dirty="0" sz="800" lang="en-US">
                <a:solidFill>
                  <a:srgbClr val="8B949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, API keys, contraseñas.</a:t>
            </a:r>
            <a:endParaRPr dirty="0" sz="800" lang="en-US"/>
          </a:p>
        </p:txBody>
      </p:sp>
      <p:sp>
        <p:nvSpPr>
          <p:cNvPr id="1048920" name="Text 37"/>
          <p:cNvSpPr/>
          <p:nvPr/>
        </p:nvSpPr>
        <p:spPr>
          <a:xfrm>
            <a:off x="517922" y="3947592"/>
            <a:ext cx="4346191" cy="492919"/>
          </a:xfrm>
          <a:prstGeom prst="roundRect">
            <a:avLst>
              <a:gd name="adj" fmla="val 19324"/>
            </a:avLst>
          </a:prstGeom>
          <a:solidFill>
            <a:srgbClr val="161B22"/>
          </a:solidFill>
          <a:ln w="7144">
            <a:solidFill>
              <a:srgbClr val="30363D"/>
            </a:solidFill>
            <a:prstDash val="solid"/>
          </a:ln>
        </p:spPr>
        <p:txBody>
          <a:bodyPr anchor="ctr" rtlCol="0" wrap="square"/>
          <a:p>
            <a:pPr indent="0" marL="0">
              <a:buNone/>
            </a:pPr>
            <a:endParaRPr dirty="0" lang="en-US"/>
          </a:p>
        </p:txBody>
      </p:sp>
      <p:sp>
        <p:nvSpPr>
          <p:cNvPr id="1048921" name="Text 38"/>
          <p:cNvSpPr/>
          <p:nvPr/>
        </p:nvSpPr>
        <p:spPr>
          <a:xfrm>
            <a:off x="639366" y="4054748"/>
            <a:ext cx="278606" cy="278606"/>
          </a:xfrm>
          <a:prstGeom prst="roundRect">
            <a:avLst>
              <a:gd name="adj" fmla="val 34188"/>
            </a:avLst>
          </a:prstGeom>
          <a:solidFill>
            <a:srgbClr val="21262D"/>
          </a:solidFill>
          <a:ln w="7144">
            <a:solidFill>
              <a:srgbClr val="30363D"/>
            </a:solidFill>
            <a:prstDash val="solid"/>
          </a:ln>
        </p:spPr>
        <p:txBody>
          <a:bodyPr anchor="ctr" rtlCol="0" wrap="square"/>
          <a:p>
            <a:pPr indent="0" marL="0">
              <a:buNone/>
            </a:pPr>
            <a:endParaRPr dirty="0" lang="en-US"/>
          </a:p>
        </p:txBody>
      </p:sp>
      <p:sp>
        <p:nvSpPr>
          <p:cNvPr id="1048922" name="Text 39"/>
          <p:cNvSpPr/>
          <p:nvPr/>
        </p:nvSpPr>
        <p:spPr>
          <a:xfrm>
            <a:off x="675084" y="4090467"/>
            <a:ext cx="207169" cy="207169"/>
          </a:xfrm>
          <a:prstGeom prst="rect"/>
          <a:noFill/>
        </p:spPr>
        <p:txBody>
          <a:bodyPr anchor="ctr" bIns="0" lIns="0" rIns="0" rtlCol="0" tIns="0" wrap="none"/>
          <a:p>
            <a:pPr algn="ctr" indent="0" marL="0">
              <a:buNone/>
            </a:pPr>
            <a:r>
              <a:rPr dirty="0" sz="1406" lang="en-US">
                <a:solidFill>
                  <a:srgbClr val="58A6F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↻</a:t>
            </a:r>
            <a:endParaRPr dirty="0" sz="1406" lang="en-US"/>
          </a:p>
        </p:txBody>
      </p:sp>
      <p:sp>
        <p:nvSpPr>
          <p:cNvPr id="1048923" name="Text 40"/>
          <p:cNvSpPr/>
          <p:nvPr/>
        </p:nvSpPr>
        <p:spPr>
          <a:xfrm>
            <a:off x="1050131" y="4054078"/>
            <a:ext cx="3696109" cy="122587"/>
          </a:xfrm>
          <a:prstGeom prst="rect"/>
          <a:noFill/>
        </p:spPr>
        <p:txBody>
          <a:bodyPr anchor="t" bIns="0" lIns="0" rIns="0" rtlCol="0" tIns="0" wrap="none">
            <a:normAutofit fontScale="25000" lnSpcReduction="20000"/>
          </a:bodyPr>
          <a:p>
            <a:pPr algn="l" indent="0" marL="0">
              <a:lnSpc>
                <a:spcPts val="1181"/>
              </a:lnSpc>
              <a:buNone/>
            </a:pPr>
            <a:r>
              <a:rPr dirty="0" sz="800" lang="en-US">
                <a:solidFill>
                  <a:srgbClr val="C9D1D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Pull antes de push</a:t>
            </a:r>
            <a:endParaRPr dirty="0" sz="800" lang="en-US"/>
          </a:p>
        </p:txBody>
      </p:sp>
      <p:sp>
        <p:nvSpPr>
          <p:cNvPr id="1048924" name="Text 41"/>
          <p:cNvSpPr/>
          <p:nvPr/>
        </p:nvSpPr>
        <p:spPr>
          <a:xfrm>
            <a:off x="1050131" y="4204097"/>
            <a:ext cx="3805837" cy="132829"/>
          </a:xfrm>
          <a:prstGeom prst="rect"/>
          <a:noFill/>
        </p:spPr>
        <p:txBody>
          <a:bodyPr anchor="t" bIns="0" lIns="0" rIns="0" rtlCol="0" tIns="0" wrap="square"/>
          <a:p>
            <a:pPr algn="l" indent="0" marL="0">
              <a:lnSpc>
                <a:spcPts val="1024"/>
              </a:lnSpc>
              <a:buNone/>
            </a:pPr>
            <a:r>
              <a:rPr dirty="0" sz="800" lang="en-US">
                <a:solidFill>
                  <a:srgbClr val="8B949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Evita rechazos por divergencia.</a:t>
            </a:r>
            <a:endParaRPr dirty="0" sz="800" lang="en-US"/>
          </a:p>
        </p:txBody>
      </p:sp>
      <p:sp>
        <p:nvSpPr>
          <p:cNvPr id="1048925" name="Text 42"/>
          <p:cNvSpPr/>
          <p:nvPr/>
        </p:nvSpPr>
        <p:spPr>
          <a:xfrm>
            <a:off x="5071281" y="1415132"/>
            <a:ext cx="3554797" cy="3025378"/>
          </a:xfrm>
          <a:prstGeom prst="roundRect">
            <a:avLst>
              <a:gd name="adj" fmla="val 3148"/>
            </a:avLst>
          </a:prstGeom>
          <a:solidFill>
            <a:srgbClr val="010409"/>
          </a:solidFill>
          <a:ln w="7144">
            <a:solidFill>
              <a:srgbClr val="30363D"/>
            </a:solidFill>
            <a:prstDash val="solid"/>
          </a:ln>
        </p:spPr>
        <p:txBody>
          <a:bodyPr anchor="ctr" rtlCol="0" wrap="square"/>
          <a:p>
            <a:pPr indent="0" marL="0">
              <a:buNone/>
            </a:pPr>
            <a:endParaRPr dirty="0" lang="en-US"/>
          </a:p>
        </p:txBody>
      </p:sp>
      <p:sp>
        <p:nvSpPr>
          <p:cNvPr id="1048926" name="Text 43"/>
          <p:cNvSpPr/>
          <p:nvPr/>
        </p:nvSpPr>
        <p:spPr>
          <a:xfrm>
            <a:off x="5074853" y="1418704"/>
            <a:ext cx="3547653" cy="295684"/>
          </a:xfrm>
          <a:prstGeom prst="rect"/>
          <a:solidFill>
            <a:srgbClr val="161B22"/>
          </a:solidFill>
        </p:spPr>
        <p:txBody>
          <a:bodyPr anchor="ctr" rtlCol="0" wrap="square"/>
          <a:p>
            <a:pPr indent="0" marL="0">
              <a:buNone/>
            </a:pPr>
            <a:endParaRPr dirty="0" lang="en-US"/>
          </a:p>
        </p:txBody>
      </p:sp>
      <p:sp>
        <p:nvSpPr>
          <p:cNvPr id="1048927" name="Shape 44"/>
          <p:cNvSpPr/>
          <p:nvPr/>
        </p:nvSpPr>
        <p:spPr>
          <a:xfrm>
            <a:off x="5074853" y="1710817"/>
            <a:ext cx="3547653" cy="0"/>
          </a:xfrm>
          <a:prstGeom prst="line"/>
          <a:noFill/>
          <a:ln w="7144">
            <a:solidFill>
              <a:srgbClr val="30363D"/>
            </a:solidFill>
            <a:prstDash val="solid"/>
          </a:ln>
        </p:spPr>
      </p:sp>
      <p:sp>
        <p:nvSpPr>
          <p:cNvPr id="1048928" name="Text 45"/>
          <p:cNvSpPr/>
          <p:nvPr/>
        </p:nvSpPr>
        <p:spPr>
          <a:xfrm>
            <a:off x="5189153" y="1527200"/>
            <a:ext cx="71438" cy="71438"/>
          </a:xfrm>
          <a:prstGeom prst="ellipse"/>
          <a:solidFill>
            <a:srgbClr val="FF5F56"/>
          </a:solidFill>
        </p:spPr>
        <p:txBody>
          <a:bodyPr anchor="ctr" rtlCol="0" wrap="square"/>
          <a:p>
            <a:pPr indent="0" marL="0">
              <a:buNone/>
            </a:pPr>
            <a:endParaRPr dirty="0" lang="en-US"/>
          </a:p>
        </p:txBody>
      </p:sp>
      <p:sp>
        <p:nvSpPr>
          <p:cNvPr id="1048929" name="Text 46"/>
          <p:cNvSpPr/>
          <p:nvPr/>
        </p:nvSpPr>
        <p:spPr>
          <a:xfrm>
            <a:off x="5303453" y="1527200"/>
            <a:ext cx="71438" cy="71438"/>
          </a:xfrm>
          <a:prstGeom prst="ellipse"/>
          <a:solidFill>
            <a:srgbClr val="FFBD2E"/>
          </a:solidFill>
        </p:spPr>
        <p:txBody>
          <a:bodyPr anchor="ctr" rtlCol="0" wrap="square"/>
          <a:p>
            <a:pPr indent="0" marL="0">
              <a:buNone/>
            </a:pPr>
            <a:endParaRPr dirty="0" lang="en-US"/>
          </a:p>
        </p:txBody>
      </p:sp>
      <p:sp>
        <p:nvSpPr>
          <p:cNvPr id="1048930" name="Text 47"/>
          <p:cNvSpPr/>
          <p:nvPr/>
        </p:nvSpPr>
        <p:spPr>
          <a:xfrm>
            <a:off x="5417753" y="1527200"/>
            <a:ext cx="71438" cy="71438"/>
          </a:xfrm>
          <a:prstGeom prst="ellipse"/>
          <a:solidFill>
            <a:srgbClr val="27C93F"/>
          </a:solidFill>
        </p:spPr>
        <p:txBody>
          <a:bodyPr anchor="ctr" rtlCol="0" wrap="square"/>
          <a:p>
            <a:pPr indent="0" marL="0">
              <a:buNone/>
            </a:pPr>
            <a:endParaRPr dirty="0" lang="en-US"/>
          </a:p>
        </p:txBody>
      </p:sp>
      <p:sp>
        <p:nvSpPr>
          <p:cNvPr id="1048931" name="Text 48"/>
          <p:cNvSpPr/>
          <p:nvPr/>
        </p:nvSpPr>
        <p:spPr>
          <a:xfrm>
            <a:off x="5560628" y="1490142"/>
            <a:ext cx="2540384" cy="145666"/>
          </a:xfrm>
          <a:prstGeom prst="rect"/>
          <a:noFill/>
        </p:spPr>
        <p:txBody>
          <a:bodyPr anchor="t" bIns="0" lIns="0" rIns="0" rtlCol="0" tIns="0" wrap="square"/>
          <a:p>
            <a:pPr algn="l" indent="0" marL="0">
              <a:lnSpc>
                <a:spcPts val="1148"/>
              </a:lnSpc>
              <a:buNone/>
            </a:pPr>
            <a:r>
              <a:rPr dirty="0" sz="800" lang="en-US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.gitignore</a:t>
            </a:r>
            <a:endParaRPr dirty="0" sz="800" lang="en-US"/>
          </a:p>
        </p:txBody>
      </p:sp>
      <p:sp>
        <p:nvSpPr>
          <p:cNvPr id="1048932" name="Text 49"/>
          <p:cNvSpPr/>
          <p:nvPr/>
        </p:nvSpPr>
        <p:spPr>
          <a:xfrm>
            <a:off x="8066650" y="1496169"/>
            <a:ext cx="490206" cy="139638"/>
          </a:xfrm>
          <a:prstGeom prst="rect"/>
          <a:noFill/>
        </p:spPr>
        <p:txBody>
          <a:bodyPr anchor="t" bIns="0" lIns="0" rIns="0" rtlCol="0" tIns="0" wrap="none"/>
          <a:p>
            <a:pPr algn="l" indent="0" marL="0">
              <a:lnSpc>
                <a:spcPts val="1052"/>
              </a:lnSpc>
              <a:buNone/>
            </a:pPr>
            <a:r>
              <a:rPr dirty="0" sz="619" lang="en-US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~/hola-git</a:t>
            </a:r>
            <a:endParaRPr dirty="0" sz="619" lang="en-US"/>
          </a:p>
        </p:txBody>
      </p:sp>
      <p:sp>
        <p:nvSpPr>
          <p:cNvPr id="1048933" name="Text 50"/>
          <p:cNvSpPr/>
          <p:nvPr/>
        </p:nvSpPr>
        <p:spPr>
          <a:xfrm>
            <a:off x="5203441" y="1828688"/>
            <a:ext cx="787898" cy="143490"/>
          </a:xfrm>
          <a:prstGeom prst="rect"/>
          <a:noFill/>
        </p:spPr>
        <p:txBody>
          <a:bodyPr anchor="t" bIns="0" lIns="0" rIns="0" rtlCol="0" tIns="0" wrap="none"/>
          <a:p>
            <a:pPr algn="l" indent="0" marL="0">
              <a:lnSpc>
                <a:spcPts val="1243"/>
              </a:lnSpc>
              <a:buNone/>
            </a:pPr>
            <a:r>
              <a:rPr dirty="0" sz="731" i="1" lang="en-US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Dependencias</a:t>
            </a:r>
            <a:endParaRPr dirty="0" sz="731" lang="en-US"/>
          </a:p>
        </p:txBody>
      </p:sp>
      <p:sp>
        <p:nvSpPr>
          <p:cNvPr id="1048934" name="Text 51"/>
          <p:cNvSpPr/>
          <p:nvPr/>
        </p:nvSpPr>
        <p:spPr>
          <a:xfrm>
            <a:off x="5899956" y="1828688"/>
            <a:ext cx="707474" cy="143490"/>
          </a:xfrm>
          <a:prstGeom prst="rect"/>
          <a:noFill/>
        </p:spPr>
        <p:txBody>
          <a:bodyPr anchor="t" bIns="0" lIns="0" rIns="0" rtlCol="0" tIns="0" wrap="none"/>
          <a:p>
            <a:pPr algn="l" indent="0" marL="0">
              <a:lnSpc>
                <a:spcPts val="1243"/>
              </a:lnSpc>
              <a:buNone/>
            </a:pPr>
            <a:r>
              <a:rPr dirty="0" sz="731" lang="en-US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node_modules/</a:t>
            </a:r>
            <a:endParaRPr dirty="0" sz="731" lang="en-US"/>
          </a:p>
        </p:txBody>
      </p:sp>
      <p:sp>
        <p:nvSpPr>
          <p:cNvPr id="1048935" name="Text 52"/>
          <p:cNvSpPr/>
          <p:nvPr/>
        </p:nvSpPr>
        <p:spPr>
          <a:xfrm>
            <a:off x="6526283" y="1828688"/>
            <a:ext cx="463560" cy="143490"/>
          </a:xfrm>
          <a:prstGeom prst="rect"/>
          <a:noFill/>
        </p:spPr>
        <p:txBody>
          <a:bodyPr anchor="t" bIns="0" lIns="0" rIns="0" rtlCol="0" tIns="0" wrap="none"/>
          <a:p>
            <a:pPr algn="l" indent="0" marL="0">
              <a:lnSpc>
                <a:spcPts val="1243"/>
              </a:lnSpc>
              <a:buNone/>
            </a:pPr>
            <a:r>
              <a:rPr dirty="0" sz="800" lang="en-US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vendor/</a:t>
            </a:r>
            <a:endParaRPr dirty="0" sz="800" lang="en-US"/>
          </a:p>
        </p:txBody>
      </p:sp>
      <p:sp>
        <p:nvSpPr>
          <p:cNvPr id="1048936" name="Text 53"/>
          <p:cNvSpPr/>
          <p:nvPr/>
        </p:nvSpPr>
        <p:spPr>
          <a:xfrm>
            <a:off x="6921512" y="1828688"/>
            <a:ext cx="1125569" cy="143490"/>
          </a:xfrm>
          <a:prstGeom prst="rect"/>
          <a:noFill/>
        </p:spPr>
        <p:txBody>
          <a:bodyPr anchor="t" bIns="0" lIns="0" rIns="0" rtlCol="0" tIns="0" wrap="none"/>
          <a:p>
            <a:pPr algn="l" indent="0" marL="0">
              <a:lnSpc>
                <a:spcPts val="1243"/>
              </a:lnSpc>
              <a:buNone/>
            </a:pPr>
            <a:r>
              <a:rPr dirty="0" sz="731" i="1" lang="en-US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Entornos virtuales</a:t>
            </a:r>
            <a:endParaRPr dirty="0" sz="731" lang="en-US"/>
          </a:p>
        </p:txBody>
      </p:sp>
      <p:sp>
        <p:nvSpPr>
          <p:cNvPr id="1048937" name="Text 54"/>
          <p:cNvSpPr/>
          <p:nvPr/>
        </p:nvSpPr>
        <p:spPr>
          <a:xfrm>
            <a:off x="7896634" y="1828688"/>
            <a:ext cx="366832" cy="143490"/>
          </a:xfrm>
          <a:prstGeom prst="rect"/>
          <a:noFill/>
        </p:spPr>
        <p:txBody>
          <a:bodyPr anchor="t" bIns="0" lIns="0" rIns="0" rtlCol="0" tIns="0" wrap="none"/>
          <a:p>
            <a:pPr algn="l" indent="0" marL="0">
              <a:lnSpc>
                <a:spcPts val="1243"/>
              </a:lnSpc>
              <a:buNone/>
            </a:pPr>
            <a:r>
              <a:rPr dirty="0" sz="800" lang="en-US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venv/</a:t>
            </a:r>
            <a:endParaRPr dirty="0" sz="800" lang="en-US"/>
          </a:p>
        </p:txBody>
      </p:sp>
      <p:sp>
        <p:nvSpPr>
          <p:cNvPr id="1048938" name="Text 55"/>
          <p:cNvSpPr/>
          <p:nvPr/>
        </p:nvSpPr>
        <p:spPr>
          <a:xfrm>
            <a:off x="8175241" y="1828688"/>
            <a:ext cx="293465" cy="130400"/>
          </a:xfrm>
          <a:prstGeom prst="rect"/>
          <a:noFill/>
        </p:spPr>
        <p:txBody>
          <a:bodyPr anchor="t" bIns="0" lIns="0" rIns="0" rtlCol="0" tIns="0" wrap="none">
            <a:normAutofit fontScale="25000" lnSpcReduction="20000"/>
          </a:bodyPr>
          <a:p>
            <a:pPr algn="l" indent="0" marL="0">
              <a:lnSpc>
                <a:spcPts val="1243"/>
              </a:lnSpc>
              <a:buNone/>
            </a:pPr>
            <a:r>
              <a:rPr dirty="0" sz="800" lang="en-US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.env</a:t>
            </a:r>
            <a:endParaRPr dirty="0" sz="800" lang="en-US"/>
          </a:p>
        </p:txBody>
      </p:sp>
      <p:sp>
        <p:nvSpPr>
          <p:cNvPr id="1048939" name="Text 56"/>
          <p:cNvSpPr/>
          <p:nvPr/>
        </p:nvSpPr>
        <p:spPr>
          <a:xfrm>
            <a:off x="5182044" y="1986521"/>
            <a:ext cx="587005" cy="143490"/>
          </a:xfrm>
          <a:prstGeom prst="rect"/>
          <a:noFill/>
        </p:spPr>
        <p:txBody>
          <a:bodyPr anchor="t" bIns="0" lIns="0" rIns="0" rtlCol="0" tIns="0" wrap="none"/>
          <a:p>
            <a:pPr algn="l" indent="0" marL="0">
              <a:lnSpc>
                <a:spcPts val="1243"/>
              </a:lnSpc>
              <a:buNone/>
            </a:pPr>
            <a:r>
              <a:rPr dirty="0" sz="731" lang="en-US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.env.local</a:t>
            </a:r>
            <a:endParaRPr dirty="0" sz="731" lang="en-US"/>
          </a:p>
        </p:txBody>
      </p:sp>
      <p:sp>
        <p:nvSpPr>
          <p:cNvPr id="1048940" name="Text 57"/>
          <p:cNvSpPr/>
          <p:nvPr/>
        </p:nvSpPr>
        <p:spPr>
          <a:xfrm>
            <a:off x="5705238" y="1986521"/>
            <a:ext cx="693302" cy="143490"/>
          </a:xfrm>
          <a:prstGeom prst="rect"/>
          <a:noFill/>
        </p:spPr>
        <p:txBody>
          <a:bodyPr anchor="t" bIns="0" lIns="0" rIns="0" rtlCol="0" tIns="0" wrap="none"/>
          <a:p>
            <a:pPr algn="l" indent="0" marL="0">
              <a:lnSpc>
                <a:spcPts val="1243"/>
              </a:lnSpc>
              <a:buNone/>
            </a:pPr>
            <a:r>
              <a:rPr dirty="0" sz="731" i="1" lang="en-US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Compilados</a:t>
            </a:r>
            <a:endParaRPr dirty="0" sz="731" lang="en-US"/>
          </a:p>
        </p:txBody>
      </p:sp>
      <p:sp>
        <p:nvSpPr>
          <p:cNvPr id="1048941" name="Text 58"/>
          <p:cNvSpPr/>
          <p:nvPr/>
        </p:nvSpPr>
        <p:spPr>
          <a:xfrm>
            <a:off x="6295564" y="1986521"/>
            <a:ext cx="401218" cy="143490"/>
          </a:xfrm>
          <a:prstGeom prst="rect"/>
          <a:noFill/>
        </p:spPr>
        <p:txBody>
          <a:bodyPr anchor="t" bIns="0" lIns="0" rIns="0" rtlCol="0" tIns="0" wrap="none"/>
          <a:p>
            <a:pPr algn="l" indent="0" marL="0">
              <a:lnSpc>
                <a:spcPts val="1243"/>
              </a:lnSpc>
              <a:buNone/>
            </a:pPr>
            <a:r>
              <a:rPr dirty="0" sz="800" lang="en-US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build/</a:t>
            </a:r>
            <a:endParaRPr dirty="0" sz="800" lang="en-US"/>
          </a:p>
        </p:txBody>
      </p:sp>
      <p:sp>
        <p:nvSpPr>
          <p:cNvPr id="1048942" name="Text 59"/>
          <p:cNvSpPr/>
          <p:nvPr/>
        </p:nvSpPr>
        <p:spPr>
          <a:xfrm>
            <a:off x="6642906" y="1986521"/>
            <a:ext cx="366832" cy="143490"/>
          </a:xfrm>
          <a:prstGeom prst="rect"/>
          <a:noFill/>
        </p:spPr>
        <p:txBody>
          <a:bodyPr anchor="t" bIns="0" lIns="0" rIns="0" rtlCol="0" tIns="0" wrap="none"/>
          <a:p>
            <a:pPr algn="l" indent="0" marL="0">
              <a:lnSpc>
                <a:spcPts val="1243"/>
              </a:lnSpc>
              <a:buNone/>
            </a:pPr>
            <a:r>
              <a:rPr dirty="0" sz="800" lang="en-US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dist/</a:t>
            </a:r>
            <a:endParaRPr dirty="0" sz="800" lang="en-US"/>
          </a:p>
        </p:txBody>
      </p:sp>
      <p:sp>
        <p:nvSpPr>
          <p:cNvPr id="1048943" name="Text 60"/>
          <p:cNvSpPr/>
          <p:nvPr/>
        </p:nvSpPr>
        <p:spPr>
          <a:xfrm>
            <a:off x="6921512" y="1986521"/>
            <a:ext cx="366832" cy="143490"/>
          </a:xfrm>
          <a:prstGeom prst="rect"/>
          <a:noFill/>
        </p:spPr>
        <p:txBody>
          <a:bodyPr anchor="t" bIns="0" lIns="0" rIns="0" rtlCol="0" tIns="0" wrap="none"/>
          <a:p>
            <a:pPr algn="l" indent="0" marL="0">
              <a:lnSpc>
                <a:spcPts val="1243"/>
              </a:lnSpc>
              <a:buNone/>
            </a:pPr>
            <a:r>
              <a:rPr dirty="0" sz="800" lang="en-US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*.log</a:t>
            </a:r>
            <a:endParaRPr dirty="0" sz="800" lang="en-US"/>
          </a:p>
        </p:txBody>
      </p:sp>
      <p:sp>
        <p:nvSpPr>
          <p:cNvPr id="1048944" name="Text 61"/>
          <p:cNvSpPr/>
          <p:nvPr/>
        </p:nvSpPr>
        <p:spPr>
          <a:xfrm>
            <a:off x="7200119" y="1986521"/>
            <a:ext cx="371475" cy="143490"/>
          </a:xfrm>
          <a:prstGeom prst="rect"/>
          <a:noFill/>
        </p:spPr>
        <p:txBody>
          <a:bodyPr anchor="t" bIns="0" lIns="0" rIns="0" rtlCol="0" tIns="0" wrap="none"/>
          <a:p>
            <a:pPr algn="l" indent="0" marL="0">
              <a:lnSpc>
                <a:spcPts val="1243"/>
              </a:lnSpc>
              <a:buNone/>
            </a:pPr>
            <a:r>
              <a:rPr dirty="0" sz="800" i="1" lang="en-US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IDE</a:t>
            </a:r>
            <a:endParaRPr dirty="0" sz="800" lang="en-US"/>
          </a:p>
        </p:txBody>
      </p:sp>
      <p:sp>
        <p:nvSpPr>
          <p:cNvPr id="1048945" name="Text 62"/>
          <p:cNvSpPr/>
          <p:nvPr/>
        </p:nvSpPr>
        <p:spPr>
          <a:xfrm>
            <a:off x="7457714" y="1986521"/>
            <a:ext cx="517510" cy="143490"/>
          </a:xfrm>
          <a:prstGeom prst="rect"/>
          <a:noFill/>
        </p:spPr>
        <p:txBody>
          <a:bodyPr anchor="t" bIns="0" lIns="0" rIns="0" rtlCol="0" tIns="0" wrap="none"/>
          <a:p>
            <a:pPr algn="l" indent="0" marL="0">
              <a:lnSpc>
                <a:spcPts val="1243"/>
              </a:lnSpc>
              <a:buNone/>
            </a:pPr>
            <a:r>
              <a:rPr dirty="0" sz="800" lang="en-US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.vscode/</a:t>
            </a:r>
            <a:endParaRPr dirty="0" sz="800" lang="en-US"/>
          </a:p>
        </p:txBody>
      </p:sp>
      <p:sp>
        <p:nvSpPr>
          <p:cNvPr id="1048946" name="Text 63"/>
          <p:cNvSpPr/>
          <p:nvPr/>
        </p:nvSpPr>
        <p:spPr>
          <a:xfrm>
            <a:off x="7878529" y="1986521"/>
            <a:ext cx="392826" cy="143490"/>
          </a:xfrm>
          <a:prstGeom prst="rect"/>
          <a:noFill/>
        </p:spPr>
        <p:txBody>
          <a:bodyPr anchor="t" bIns="0" lIns="0" rIns="0" rtlCol="0" tIns="0" wrap="none"/>
          <a:p>
            <a:pPr algn="l" indent="0" marL="0">
              <a:lnSpc>
                <a:spcPts val="1243"/>
              </a:lnSpc>
              <a:buNone/>
            </a:pPr>
            <a:r>
              <a:rPr dirty="0" sz="800" lang="en-US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.idea/</a:t>
            </a:r>
            <a:endParaRPr dirty="0" sz="800" lang="en-US"/>
          </a:p>
        </p:txBody>
      </p:sp>
      <p:sp>
        <p:nvSpPr>
          <p:cNvPr id="1048947" name="Text 64"/>
          <p:cNvSpPr/>
          <p:nvPr/>
        </p:nvSpPr>
        <p:spPr>
          <a:xfrm>
            <a:off x="8221675" y="1986521"/>
            <a:ext cx="297180" cy="130400"/>
          </a:xfrm>
          <a:prstGeom prst="rect"/>
          <a:noFill/>
        </p:spPr>
        <p:txBody>
          <a:bodyPr anchor="t" bIns="0" lIns="0" rIns="0" rtlCol="0" tIns="0" wrap="none">
            <a:normAutofit fontScale="25000" lnSpcReduction="20000"/>
          </a:bodyPr>
          <a:p>
            <a:pPr algn="l" indent="0" marL="0">
              <a:lnSpc>
                <a:spcPts val="1243"/>
              </a:lnSpc>
              <a:buNone/>
            </a:pPr>
            <a:r>
              <a:rPr dirty="0" sz="800" i="1" lang="en-US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SO</a:t>
            </a:r>
            <a:endParaRPr dirty="0" sz="800" lang="en-US"/>
          </a:p>
        </p:txBody>
      </p:sp>
      <p:sp>
        <p:nvSpPr>
          <p:cNvPr id="1048948" name="Text 65"/>
          <p:cNvSpPr/>
          <p:nvPr/>
        </p:nvSpPr>
        <p:spPr>
          <a:xfrm>
            <a:off x="5189454" y="2144353"/>
            <a:ext cx="562896" cy="143490"/>
          </a:xfrm>
          <a:prstGeom prst="rect"/>
          <a:noFill/>
        </p:spPr>
        <p:txBody>
          <a:bodyPr anchor="t" bIns="0" lIns="0" rIns="0" rtlCol="0" tIns="0" wrap="none"/>
          <a:p>
            <a:pPr algn="l" indent="0" marL="0">
              <a:lnSpc>
                <a:spcPts val="1243"/>
              </a:lnSpc>
              <a:buNone/>
            </a:pPr>
            <a:r>
              <a:rPr dirty="0" sz="731" lang="en-US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.DS_Store</a:t>
            </a:r>
            <a:endParaRPr dirty="0" sz="731" lang="en-US"/>
          </a:p>
        </p:txBody>
      </p:sp>
      <p:sp>
        <p:nvSpPr>
          <p:cNvPr id="1048949" name="Text 66"/>
          <p:cNvSpPr/>
          <p:nvPr/>
        </p:nvSpPr>
        <p:spPr>
          <a:xfrm>
            <a:off x="5660921" y="2144353"/>
            <a:ext cx="548650" cy="143490"/>
          </a:xfrm>
          <a:prstGeom prst="rect"/>
          <a:noFill/>
        </p:spPr>
        <p:txBody>
          <a:bodyPr anchor="t" bIns="0" lIns="0" rIns="0" rtlCol="0" tIns="0" wrap="none"/>
          <a:p>
            <a:pPr algn="l" indent="0" marL="0">
              <a:lnSpc>
                <a:spcPts val="1243"/>
              </a:lnSpc>
              <a:buNone/>
            </a:pPr>
            <a:r>
              <a:rPr dirty="0" sz="731" lang="en-US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Thumbs.db</a:t>
            </a:r>
            <a:endParaRPr dirty="0" sz="731" lang="en-US"/>
          </a:p>
        </p:txBody>
      </p:sp>
      <p:sp>
        <p:nvSpPr>
          <p:cNvPr id="1048950" name="Shape 67"/>
          <p:cNvSpPr/>
          <p:nvPr/>
        </p:nvSpPr>
        <p:spPr>
          <a:xfrm>
            <a:off x="514350" y="4561954"/>
            <a:ext cx="8115300" cy="0"/>
          </a:xfrm>
          <a:prstGeom prst="line"/>
          <a:noFill/>
          <a:ln w="7144">
            <a:solidFill>
              <a:srgbClr val="30363D"/>
            </a:solidFill>
            <a:prstDash val="solid"/>
          </a:ln>
        </p:spPr>
      </p:sp>
      <p:sp>
        <p:nvSpPr>
          <p:cNvPr id="1048951" name="Text 68"/>
          <p:cNvSpPr/>
          <p:nvPr/>
        </p:nvSpPr>
        <p:spPr>
          <a:xfrm>
            <a:off x="514350" y="4658395"/>
            <a:ext cx="91440" cy="91440"/>
          </a:xfrm>
          <a:prstGeom prst="rect"/>
          <a:noFill/>
        </p:spPr>
        <p:txBody>
          <a:bodyPr anchor="ctr" bIns="0" lIns="0" rIns="0" rtlCol="0" tIns="0" wrap="none"/>
          <a:p>
            <a:pPr algn="ctr" indent="0" marL="0">
              <a:buNone/>
            </a:pPr>
            <a:r>
              <a:rPr dirty="0" sz="844" lang="en-US">
                <a:solidFill>
                  <a:srgbClr val="8B949E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⚠</a:t>
            </a:r>
            <a:endParaRPr dirty="0" sz="844" lang="en-US"/>
          </a:p>
        </p:txBody>
      </p:sp>
      <p:sp>
        <p:nvSpPr>
          <p:cNvPr id="1048952" name="Text 69"/>
          <p:cNvSpPr/>
          <p:nvPr/>
        </p:nvSpPr>
        <p:spPr>
          <a:xfrm>
            <a:off x="667941" y="4644107"/>
            <a:ext cx="2671763" cy="110728"/>
          </a:xfrm>
          <a:prstGeom prst="rect"/>
          <a:noFill/>
        </p:spPr>
        <p:txBody>
          <a:bodyPr anchor="t" bIns="0" lIns="0" rIns="0" rtlCol="0" tIns="0" wrap="square"/>
          <a:p>
            <a:pPr algn="l" indent="0" marL="0">
              <a:lnSpc>
                <a:spcPts val="928"/>
              </a:lnSpc>
              <a:buNone/>
            </a:pPr>
            <a:r>
              <a:rPr dirty="0" sz="619" lang="en-US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 un secreto fue commiteado → rotar credenciales + git filter-repo</a:t>
            </a:r>
            <a:endParaRPr dirty="0" sz="619" lang="en-US"/>
          </a:p>
        </p:txBody>
      </p:sp>
      <p:sp>
        <p:nvSpPr>
          <p:cNvPr id="1048953" name="Text 70"/>
          <p:cNvSpPr/>
          <p:nvPr/>
        </p:nvSpPr>
        <p:spPr>
          <a:xfrm>
            <a:off x="7507635" y="4636963"/>
            <a:ext cx="1189336" cy="117872"/>
          </a:xfrm>
          <a:prstGeom prst="rect"/>
          <a:noFill/>
        </p:spPr>
        <p:txBody>
          <a:bodyPr anchor="t" bIns="0" lIns="0" rIns="0" rtlCol="0" tIns="0" wrap="square"/>
          <a:p>
            <a:pPr algn="l" indent="0" marL="0">
              <a:lnSpc>
                <a:spcPts val="928"/>
              </a:lnSpc>
              <a:buNone/>
            </a:pPr>
            <a:r>
              <a:rPr dirty="0" sz="619" lang="en-US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Fundamentos de Git · Práctica</a:t>
            </a:r>
            <a:endParaRPr dirty="0" sz="619" lang="en-US"/>
          </a:p>
        </p:txBody>
      </p:sp>
    </p:spTree>
  </p:cSld>
  <p:clrMapOvr>
    <a:masterClrMapping/>
  </p:clrMapOvr>
  <p:timing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117"/>
        </a:solidFill>
        <a:effectLst/>
      </p:bgPr>
    </p:bg>
    <p:spTree>
      <p:nvGrpSpPr>
        <p:cNvPr id="4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957" name="Text 0"/>
          <p:cNvSpPr/>
          <p:nvPr/>
        </p:nvSpPr>
        <p:spPr>
          <a:xfrm>
            <a:off x="491490" y="388691"/>
            <a:ext cx="699596" cy="212027"/>
          </a:xfrm>
          <a:prstGeom prst="roundRect">
            <a:avLst>
              <a:gd name="adj" fmla="val 4487860"/>
            </a:avLst>
          </a:prstGeom>
          <a:solidFill>
            <a:srgbClr val="58A6FF">
              <a:alpha val="8000"/>
            </a:srgbClr>
          </a:solidFill>
          <a:ln w="7144">
            <a:solidFill>
              <a:srgbClr val="58A6FF"/>
            </a:solidFill>
            <a:prstDash val="solid"/>
          </a:ln>
        </p:spPr>
        <p:txBody>
          <a:bodyPr anchor="ctr" rtlCol="0" wrap="square"/>
          <a:p>
            <a:pPr indent="0" marL="0">
              <a:buNone/>
            </a:pPr>
            <a:endParaRPr dirty="0" lang="en-US"/>
          </a:p>
        </p:txBody>
      </p:sp>
      <p:sp>
        <p:nvSpPr>
          <p:cNvPr id="1048958" name="Text 1"/>
          <p:cNvSpPr/>
          <p:nvPr/>
        </p:nvSpPr>
        <p:spPr>
          <a:xfrm>
            <a:off x="661870" y="442913"/>
            <a:ext cx="487424" cy="139654"/>
          </a:xfrm>
          <a:prstGeom prst="rect"/>
          <a:noFill/>
        </p:spPr>
        <p:txBody>
          <a:bodyPr anchor="t" bIns="0" lIns="0" rIns="0" rtlCol="0" tIns="0" wrap="none"/>
          <a:p>
            <a:pPr algn="l" indent="0" marL="0">
              <a:lnSpc>
                <a:spcPts val="928"/>
              </a:lnSpc>
              <a:buNone/>
            </a:pPr>
            <a:r>
              <a:rPr dirty="0" sz="619" kern="0" lang="en-US" spc="25">
                <a:solidFill>
                  <a:srgbClr val="58A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RECURSOS</a:t>
            </a:r>
            <a:endParaRPr dirty="0" sz="619" lang="en-US"/>
          </a:p>
        </p:txBody>
      </p:sp>
      <p:sp>
        <p:nvSpPr>
          <p:cNvPr id="1048959" name="Text 2"/>
          <p:cNvSpPr/>
          <p:nvPr/>
        </p:nvSpPr>
        <p:spPr>
          <a:xfrm>
            <a:off x="607219" y="451842"/>
            <a:ext cx="91440" cy="91440"/>
          </a:xfrm>
          <a:prstGeom prst="rect"/>
          <a:noFill/>
        </p:spPr>
        <p:txBody>
          <a:bodyPr anchor="ctr" bIns="0" lIns="0" rIns="0" rtlCol="0" tIns="0" wrap="none"/>
          <a:p>
            <a:pPr algn="ctr" indent="0" marL="0">
              <a:buNone/>
            </a:pPr>
            <a:r>
              <a:rPr dirty="0" sz="844" lang="en-US">
                <a:solidFill>
                  <a:srgbClr val="58A6F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▤</a:t>
            </a:r>
            <a:endParaRPr dirty="0" sz="844" lang="en-US"/>
          </a:p>
        </p:txBody>
      </p:sp>
      <p:sp>
        <p:nvSpPr>
          <p:cNvPr id="1048960" name="Text 3"/>
          <p:cNvSpPr/>
          <p:nvPr/>
        </p:nvSpPr>
        <p:spPr>
          <a:xfrm>
            <a:off x="514350" y="675084"/>
            <a:ext cx="4209622" cy="268252"/>
          </a:xfrm>
          <a:prstGeom prst="rect"/>
          <a:noFill/>
        </p:spPr>
        <p:txBody>
          <a:bodyPr anchor="t" bIns="0" lIns="0" rIns="0" rtlCol="0" tIns="0" wrap="square">
            <a:normAutofit/>
          </a:bodyPr>
          <a:p>
            <a:pPr algn="l" indent="0" marL="0">
              <a:lnSpc>
                <a:spcPts val="2104"/>
              </a:lnSpc>
              <a:buNone/>
            </a:pPr>
            <a:r>
              <a:rPr b="1" dirty="0" sz="1913" kern="0" lang="en-US" spc="-19">
                <a:solidFill>
                  <a:srgbClr val="C9D1D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Bibliografía y </a:t>
            </a:r>
            <a:r>
              <a:rPr b="1" dirty="0" sz="1913" kern="0" lang="en-US" spc="-19">
                <a:solidFill>
                  <a:srgbClr val="58A6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lecturas recomendadas</a:t>
            </a:r>
            <a:endParaRPr dirty="0" sz="1913" lang="en-US"/>
          </a:p>
        </p:txBody>
      </p:sp>
      <p:sp>
        <p:nvSpPr>
          <p:cNvPr id="1048961" name="Text 4"/>
          <p:cNvSpPr/>
          <p:nvPr/>
        </p:nvSpPr>
        <p:spPr>
          <a:xfrm>
            <a:off x="514350" y="970769"/>
            <a:ext cx="3826929" cy="164592"/>
          </a:xfrm>
          <a:prstGeom prst="rect"/>
          <a:noFill/>
        </p:spPr>
        <p:txBody>
          <a:bodyPr anchor="t" bIns="0" lIns="0" rIns="0" rtlCol="0" tIns="0" wrap="square"/>
          <a:p>
            <a:pPr algn="l" indent="0" marL="0">
              <a:lnSpc>
                <a:spcPts val="1181"/>
              </a:lnSpc>
              <a:buNone/>
            </a:pPr>
            <a:r>
              <a:rPr dirty="0" sz="800" lang="en-US">
                <a:solidFill>
                  <a:srgbClr val="8B949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Material para profundizar antes de la próxima clase (GitFlow).</a:t>
            </a:r>
            <a:endParaRPr dirty="0" sz="800" lang="en-US"/>
          </a:p>
        </p:txBody>
      </p:sp>
      <p:sp>
        <p:nvSpPr>
          <p:cNvPr id="1048962" name="Text 6"/>
          <p:cNvSpPr/>
          <p:nvPr/>
        </p:nvSpPr>
        <p:spPr>
          <a:xfrm>
            <a:off x="8031018" y="774650"/>
            <a:ext cx="598632" cy="164592"/>
          </a:xfrm>
          <a:prstGeom prst="rect"/>
          <a:noFill/>
        </p:spPr>
        <p:txBody>
          <a:bodyPr anchor="t" bIns="0" lIns="0" rIns="0" rtlCol="0" tIns="0" wrap="none"/>
          <a:p>
            <a:pPr algn="r" indent="0" marL="0">
              <a:lnSpc>
                <a:spcPts val="928"/>
              </a:lnSpc>
              <a:buNone/>
            </a:pPr>
            <a:r>
              <a:rPr dirty="0" sz="619" lang="en-US">
                <a:solidFill>
                  <a:srgbClr val="58A6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~ 8 lecturas</a:t>
            </a:r>
            <a:endParaRPr dirty="0" sz="619" lang="en-US"/>
          </a:p>
        </p:txBody>
      </p:sp>
      <p:sp>
        <p:nvSpPr>
          <p:cNvPr id="1048963" name="Text 7"/>
          <p:cNvSpPr/>
          <p:nvPr/>
        </p:nvSpPr>
        <p:spPr>
          <a:xfrm>
            <a:off x="514350" y="1235087"/>
            <a:ext cx="8115300" cy="7144"/>
          </a:xfrm>
          <a:prstGeom prst="rect"/>
          <a:solidFill>
            <a:srgbClr val="30363D"/>
          </a:solidFill>
        </p:spPr>
        <p:txBody>
          <a:bodyPr anchor="ctr" rtlCol="0" wrap="square"/>
          <a:p>
            <a:pPr indent="0" marL="0">
              <a:buNone/>
            </a:pPr>
            <a:endParaRPr dirty="0" lang="en-US"/>
          </a:p>
        </p:txBody>
      </p:sp>
      <p:sp>
        <p:nvSpPr>
          <p:cNvPr id="1048964" name="Text 8"/>
          <p:cNvSpPr/>
          <p:nvPr/>
        </p:nvSpPr>
        <p:spPr>
          <a:xfrm>
            <a:off x="517922" y="1360103"/>
            <a:ext cx="2773114" cy="3350419"/>
          </a:xfrm>
          <a:prstGeom prst="roundRect">
            <a:avLst>
              <a:gd name="adj" fmla="val 4122"/>
            </a:avLst>
          </a:prstGeom>
          <a:noFill/>
          <a:ln w="7144">
            <a:solidFill>
              <a:srgbClr val="30363D"/>
            </a:solidFill>
            <a:prstDash val="solid"/>
          </a:ln>
        </p:spPr>
        <p:txBody>
          <a:bodyPr anchor="ctr" rtlCol="0" wrap="square"/>
          <a:p>
            <a:pPr indent="0" marL="0">
              <a:buNone/>
            </a:pPr>
            <a:endParaRPr dirty="0" lang="en-US"/>
          </a:p>
        </p:txBody>
      </p:sp>
      <p:pic>
        <p:nvPicPr>
          <p:cNvPr id="2097154" name="Image 0" descr="/tmp/h2p-fit-1790516684719-el44ao.png"/>
          <p:cNvPicPr>
            <a:picLocks noChangeAspect="1"/>
          </p:cNvPicPr>
          <p:nvPr/>
        </p:nvPicPr>
        <p:blipFill>
          <a:blip xmlns:r="http://schemas.openxmlformats.org/officeDocument/2006/relationships" r:embed="rId1"/>
          <a:stretch>
            <a:fillRect/>
          </a:stretch>
        </p:blipFill>
        <p:spPr>
          <a:xfrm>
            <a:off x="521494" y="1363675"/>
            <a:ext cx="2765971" cy="3343275"/>
          </a:xfrm>
          <a:prstGeom prst="rect"/>
        </p:spPr>
      </p:pic>
      <p:pic>
        <p:nvPicPr>
          <p:cNvPr id="2097155" name="Image 1" descr="preencoded.png"/>
          <p:cNvPicPr>
            <a:picLocks noChangeAspect="1"/>
          </p:cNvPicPr>
          <p:nvPr/>
        </p:nvPicPr>
        <p:blipFill>
          <a:blip xmlns:r="http://schemas.openxmlformats.org/officeDocument/2006/relationships" r:embed="rId2"/>
          <a:stretch>
            <a:fillRect/>
          </a:stretch>
        </p:blipFill>
        <p:spPr>
          <a:xfrm>
            <a:off x="521494" y="1363675"/>
            <a:ext cx="2765971" cy="3343275"/>
          </a:xfrm>
          <a:prstGeom prst="rect"/>
        </p:spPr>
      </p:pic>
      <p:sp>
        <p:nvSpPr>
          <p:cNvPr id="1048965" name="Text 9"/>
          <p:cNvSpPr/>
          <p:nvPr/>
        </p:nvSpPr>
        <p:spPr>
          <a:xfrm>
            <a:off x="599035" y="1454115"/>
            <a:ext cx="606732" cy="212027"/>
          </a:xfrm>
          <a:prstGeom prst="roundRect">
            <a:avLst>
              <a:gd name="adj" fmla="val 4487860"/>
            </a:avLst>
          </a:prstGeom>
          <a:solidFill>
            <a:srgbClr val="0D1117">
              <a:alpha val="70000"/>
            </a:srgbClr>
          </a:solidFill>
          <a:ln w="7144">
            <a:solidFill>
              <a:srgbClr val="58A6FF"/>
            </a:solidFill>
            <a:prstDash val="solid"/>
          </a:ln>
        </p:spPr>
        <p:txBody>
          <a:bodyPr anchor="ctr" rtlCol="0" wrap="square"/>
          <a:p>
            <a:pPr indent="0" marL="0">
              <a:buNone/>
            </a:pPr>
            <a:endParaRPr dirty="0" lang="en-US"/>
          </a:p>
        </p:txBody>
      </p:sp>
      <p:sp>
        <p:nvSpPr>
          <p:cNvPr id="1048966" name="Text 10"/>
          <p:cNvSpPr/>
          <p:nvPr/>
        </p:nvSpPr>
        <p:spPr>
          <a:xfrm>
            <a:off x="776901" y="1508336"/>
            <a:ext cx="372444" cy="139654"/>
          </a:xfrm>
          <a:prstGeom prst="rect"/>
          <a:noFill/>
        </p:spPr>
        <p:txBody>
          <a:bodyPr anchor="t" bIns="0" lIns="0" rIns="0" rtlCol="0" tIns="0" wrap="none"/>
          <a:p>
            <a:pPr algn="l" indent="0" marL="0">
              <a:lnSpc>
                <a:spcPts val="928"/>
              </a:lnSpc>
              <a:buNone/>
            </a:pPr>
            <a:r>
              <a:rPr dirty="0" sz="619" kern="0" lang="en-US" spc="25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EDITOR</a:t>
            </a:r>
            <a:endParaRPr dirty="0" sz="619" lang="en-US"/>
          </a:p>
        </p:txBody>
      </p:sp>
      <p:sp>
        <p:nvSpPr>
          <p:cNvPr id="1048967" name="Text 11"/>
          <p:cNvSpPr/>
          <p:nvPr/>
        </p:nvSpPr>
        <p:spPr>
          <a:xfrm>
            <a:off x="714375" y="1520837"/>
            <a:ext cx="91440" cy="91440"/>
          </a:xfrm>
          <a:prstGeom prst="rect"/>
          <a:noFill/>
        </p:spPr>
        <p:txBody>
          <a:bodyPr anchor="ctr" bIns="0" lIns="0" rIns="0" rtlCol="0" tIns="0" wrap="none"/>
          <a:p>
            <a:pPr algn="ctr" indent="0" marL="0">
              <a:buNone/>
            </a:pPr>
            <a:r>
              <a:rPr dirty="0" sz="800" lang="en-US">
                <a:solidFill>
                  <a:srgbClr val="58A6F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dirty="0" sz="800" lang="en-US"/>
          </a:p>
        </p:txBody>
      </p:sp>
      <p:sp>
        <p:nvSpPr>
          <p:cNvPr id="1048968" name="Text 12"/>
          <p:cNvSpPr/>
          <p:nvPr/>
        </p:nvSpPr>
        <p:spPr>
          <a:xfrm>
            <a:off x="625078" y="4175522"/>
            <a:ext cx="2558802" cy="427844"/>
          </a:xfrm>
          <a:prstGeom prst="roundRect">
            <a:avLst>
              <a:gd name="adj" fmla="val 26715"/>
            </a:avLst>
          </a:prstGeom>
          <a:solidFill>
            <a:srgbClr val="0D1117">
              <a:alpha val="78000"/>
            </a:srgbClr>
          </a:solidFill>
          <a:ln w="7144">
            <a:solidFill>
              <a:srgbClr val="30363D"/>
            </a:solidFill>
            <a:prstDash val="solid"/>
          </a:ln>
        </p:spPr>
        <p:txBody>
          <a:bodyPr anchor="ctr" rtlCol="0" wrap="square"/>
          <a:p>
            <a:pPr indent="0" marL="0">
              <a:buNone/>
            </a:pPr>
            <a:endParaRPr dirty="0" lang="en-US"/>
          </a:p>
        </p:txBody>
      </p:sp>
      <p:sp>
        <p:nvSpPr>
          <p:cNvPr id="1048969" name="Text 13"/>
          <p:cNvSpPr/>
          <p:nvPr/>
        </p:nvSpPr>
        <p:spPr>
          <a:xfrm>
            <a:off x="714375" y="4263033"/>
            <a:ext cx="114300" cy="114300"/>
          </a:xfrm>
          <a:prstGeom prst="rect"/>
          <a:noFill/>
        </p:spPr>
        <p:txBody>
          <a:bodyPr anchor="ctr" bIns="0" lIns="0" rIns="0" rtlCol="0" tIns="0" wrap="none"/>
          <a:p>
            <a:pPr algn="ctr" indent="0" marL="0">
              <a:buNone/>
            </a:pPr>
            <a:r>
              <a:rPr dirty="0" sz="1125" lang="en-US">
                <a:solidFill>
                  <a:srgbClr val="58A6F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dirty="0" sz="1125" lang="en-US"/>
          </a:p>
        </p:txBody>
      </p:sp>
      <p:sp>
        <p:nvSpPr>
          <p:cNvPr id="1048970" name="Text 14"/>
          <p:cNvSpPr/>
          <p:nvPr/>
        </p:nvSpPr>
        <p:spPr>
          <a:xfrm>
            <a:off x="885825" y="4250531"/>
            <a:ext cx="2208758" cy="164592"/>
          </a:xfrm>
          <a:prstGeom prst="rect"/>
          <a:noFill/>
        </p:spPr>
        <p:txBody>
          <a:bodyPr anchor="t" bIns="0" lIns="0" rIns="0" rtlCol="0" tIns="0" wrap="none"/>
          <a:p>
            <a:pPr algn="l" indent="0" marL="0">
              <a:lnSpc>
                <a:spcPts val="1097"/>
              </a:lnSpc>
              <a:buNone/>
            </a:pPr>
            <a:r>
              <a:rPr dirty="0" sz="800" lang="en-US">
                <a:solidFill>
                  <a:srgbClr val="C9D1D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VS Code · Source Control panel</a:t>
            </a:r>
            <a:endParaRPr dirty="0" sz="800" lang="en-US"/>
          </a:p>
        </p:txBody>
      </p:sp>
      <p:sp>
        <p:nvSpPr>
          <p:cNvPr id="1048971" name="Text 15"/>
          <p:cNvSpPr/>
          <p:nvPr/>
        </p:nvSpPr>
        <p:spPr>
          <a:xfrm>
            <a:off x="714375" y="4418409"/>
            <a:ext cx="2380208" cy="109947"/>
          </a:xfrm>
          <a:prstGeom prst="rect"/>
          <a:noFill/>
        </p:spPr>
        <p:txBody>
          <a:bodyPr anchor="t" bIns="0" lIns="0" rIns="0" rtlCol="0" tIns="0" wrap="square"/>
          <a:p>
            <a:pPr algn="l" indent="0" marL="0">
              <a:lnSpc>
                <a:spcPts val="866"/>
              </a:lnSpc>
              <a:buNone/>
            </a:pPr>
            <a:r>
              <a:rPr dirty="0" sz="619" lang="en-US">
                <a:solidFill>
                  <a:srgbClr val="8B949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Cambios staged listos para commit · vista integrada en el editor.</a:t>
            </a:r>
            <a:endParaRPr dirty="0" sz="619" lang="en-US"/>
          </a:p>
        </p:txBody>
      </p:sp>
      <p:sp>
        <p:nvSpPr>
          <p:cNvPr id="1048972" name="Text 16"/>
          <p:cNvSpPr/>
          <p:nvPr/>
        </p:nvSpPr>
        <p:spPr>
          <a:xfrm>
            <a:off x="3469630" y="1243271"/>
            <a:ext cx="5156448" cy="982266"/>
          </a:xfrm>
          <a:prstGeom prst="roundRect">
            <a:avLst>
              <a:gd name="adj" fmla="val 11636"/>
            </a:avLst>
          </a:prstGeom>
          <a:solidFill>
            <a:srgbClr val="161B22"/>
          </a:solidFill>
          <a:ln w="7144">
            <a:solidFill>
              <a:srgbClr val="30363D"/>
            </a:solidFill>
            <a:prstDash val="solid"/>
          </a:ln>
        </p:spPr>
        <p:txBody>
          <a:bodyPr anchor="ctr" rtlCol="0" wrap="square"/>
          <a:p>
            <a:pPr indent="0" marL="0">
              <a:buNone/>
            </a:pPr>
            <a:endParaRPr dirty="0" lang="en-US"/>
          </a:p>
        </p:txBody>
      </p:sp>
      <p:sp>
        <p:nvSpPr>
          <p:cNvPr id="1048973" name="Text 17"/>
          <p:cNvSpPr/>
          <p:nvPr/>
        </p:nvSpPr>
        <p:spPr>
          <a:xfrm>
            <a:off x="3587502" y="1490476"/>
            <a:ext cx="114300" cy="114300"/>
          </a:xfrm>
          <a:prstGeom prst="rect"/>
          <a:noFill/>
        </p:spPr>
        <p:txBody>
          <a:bodyPr anchor="ctr" bIns="0" lIns="0" rIns="0" rtlCol="0" tIns="0" wrap="none"/>
          <a:p>
            <a:pPr algn="ctr" indent="0" marL="0">
              <a:buNone/>
            </a:pPr>
            <a:r>
              <a:rPr dirty="0" sz="1125" lang="en-US">
                <a:solidFill>
                  <a:srgbClr val="58A6F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▤</a:t>
            </a:r>
            <a:endParaRPr dirty="0" sz="1125" lang="en-US"/>
          </a:p>
        </p:txBody>
      </p:sp>
      <p:sp>
        <p:nvSpPr>
          <p:cNvPr id="1048974" name="Text 18"/>
          <p:cNvSpPr/>
          <p:nvPr/>
        </p:nvSpPr>
        <p:spPr>
          <a:xfrm>
            <a:off x="3758952" y="1477975"/>
            <a:ext cx="4749254" cy="164592"/>
          </a:xfrm>
          <a:prstGeom prst="rect"/>
          <a:noFill/>
        </p:spPr>
        <p:txBody>
          <a:bodyPr anchor="t" bIns="0" lIns="0" rIns="0" rtlCol="0" tIns="0" wrap="none"/>
          <a:p>
            <a:pPr algn="l" indent="0" marL="0">
              <a:lnSpc>
                <a:spcPts val="1097"/>
              </a:lnSpc>
              <a:buNone/>
            </a:pPr>
            <a:r>
              <a:rPr b="1" dirty="0" sz="800" kern="0" lang="en-US" spc="29" smtClean="0">
                <a:solidFill>
                  <a:srgbClr val="8B949E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GRUPO </a:t>
            </a:r>
            <a:r>
              <a:rPr b="1" dirty="0" sz="800" kern="0" lang="en-US" spc="29">
                <a:solidFill>
                  <a:srgbClr val="8B949E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 · LIBROS</a:t>
            </a:r>
            <a:endParaRPr dirty="0" sz="800" lang="en-US"/>
          </a:p>
        </p:txBody>
      </p:sp>
      <p:sp>
        <p:nvSpPr>
          <p:cNvPr id="1048975" name="Shape 19"/>
          <p:cNvSpPr/>
          <p:nvPr/>
        </p:nvSpPr>
        <p:spPr>
          <a:xfrm>
            <a:off x="3587502" y="1949462"/>
            <a:ext cx="4920704" cy="0"/>
          </a:xfrm>
          <a:prstGeom prst="line"/>
          <a:noFill/>
          <a:ln w="7144">
            <a:solidFill>
              <a:srgbClr val="30363D"/>
            </a:solidFill>
            <a:prstDash val="dash"/>
          </a:ln>
        </p:spPr>
      </p:sp>
      <p:sp>
        <p:nvSpPr>
          <p:cNvPr id="1048976" name="Text 20"/>
          <p:cNvSpPr/>
          <p:nvPr/>
        </p:nvSpPr>
        <p:spPr>
          <a:xfrm>
            <a:off x="3587502" y="1731578"/>
            <a:ext cx="128588" cy="139973"/>
          </a:xfrm>
          <a:prstGeom prst="rect"/>
          <a:noFill/>
        </p:spPr>
        <p:txBody>
          <a:bodyPr anchor="ctr" bIns="0" lIns="0" rIns="0" rtlCol="0" tIns="0" wrap="none"/>
          <a:p>
            <a:pPr algn="ctr" indent="0" marL="0">
              <a:buNone/>
            </a:pPr>
            <a:r>
              <a:rPr dirty="0" sz="800" lang="en-US">
                <a:solidFill>
                  <a:srgbClr val="58A6F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▸</a:t>
            </a:r>
            <a:endParaRPr dirty="0" sz="800" lang="en-US"/>
          </a:p>
        </p:txBody>
      </p:sp>
      <p:sp>
        <p:nvSpPr>
          <p:cNvPr id="1048977" name="Text 21"/>
          <p:cNvSpPr/>
          <p:nvPr/>
        </p:nvSpPr>
        <p:spPr>
          <a:xfrm>
            <a:off x="3787527" y="1753009"/>
            <a:ext cx="855431" cy="142875"/>
          </a:xfrm>
          <a:prstGeom prst="rect"/>
          <a:noFill/>
        </p:spPr>
        <p:txBody>
          <a:bodyPr anchor="t" bIns="0" lIns="0" rIns="0" rtlCol="0" tIns="0" wrap="none"/>
          <a:p>
            <a:pPr algn="l" indent="0" marL="0">
              <a:lnSpc>
                <a:spcPts val="1097"/>
              </a:lnSpc>
              <a:buNone/>
            </a:pPr>
            <a:r>
              <a:rPr dirty="0" sz="731" lang="en-US">
                <a:solidFill>
                  <a:srgbClr val="C9D1D9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Pro Git (2ª ed.)</a:t>
            </a:r>
            <a:endParaRPr dirty="0" sz="731" lang="en-US"/>
          </a:p>
        </p:txBody>
      </p:sp>
      <p:sp>
        <p:nvSpPr>
          <p:cNvPr id="1048978" name="Text 22"/>
          <p:cNvSpPr/>
          <p:nvPr/>
        </p:nvSpPr>
        <p:spPr>
          <a:xfrm>
            <a:off x="4551685" y="1760153"/>
            <a:ext cx="2549537" cy="135731"/>
          </a:xfrm>
          <a:prstGeom prst="rect"/>
          <a:noFill/>
        </p:spPr>
        <p:txBody>
          <a:bodyPr anchor="t" bIns="0" lIns="0" rIns="0" rtlCol="0" tIns="0" wrap="square"/>
          <a:p>
            <a:pPr algn="l" indent="0" marL="0">
              <a:lnSpc>
                <a:spcPts val="945"/>
              </a:lnSpc>
              <a:buNone/>
            </a:pPr>
            <a:r>
              <a:rPr dirty="0" sz="675" lang="en-US">
                <a:solidFill>
                  <a:srgbClr val="8B949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— Scott Chacon &amp; Ben Straub. Apress, 2024. [libro oficial, gratuito]</a:t>
            </a:r>
            <a:endParaRPr dirty="0" sz="675" lang="en-US"/>
          </a:p>
        </p:txBody>
      </p:sp>
      <p:sp>
        <p:nvSpPr>
          <p:cNvPr id="1048979" name="Text 23"/>
          <p:cNvSpPr/>
          <p:nvPr/>
        </p:nvSpPr>
        <p:spPr>
          <a:xfrm>
            <a:off x="3587502" y="2010184"/>
            <a:ext cx="128588" cy="139973"/>
          </a:xfrm>
          <a:prstGeom prst="rect"/>
          <a:noFill/>
        </p:spPr>
        <p:txBody>
          <a:bodyPr anchor="ctr" bIns="0" lIns="0" rIns="0" rtlCol="0" tIns="0" wrap="none"/>
          <a:p>
            <a:pPr algn="ctr" indent="0" marL="0">
              <a:buNone/>
            </a:pPr>
            <a:r>
              <a:rPr dirty="0" sz="800" lang="en-US">
                <a:solidFill>
                  <a:srgbClr val="58A6F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▸</a:t>
            </a:r>
            <a:endParaRPr dirty="0" sz="800" lang="en-US"/>
          </a:p>
        </p:txBody>
      </p:sp>
      <p:sp>
        <p:nvSpPr>
          <p:cNvPr id="1048980" name="Text 24"/>
          <p:cNvSpPr/>
          <p:nvPr/>
        </p:nvSpPr>
        <p:spPr>
          <a:xfrm>
            <a:off x="3787527" y="2031616"/>
            <a:ext cx="1225868" cy="143490"/>
          </a:xfrm>
          <a:prstGeom prst="rect"/>
          <a:noFill/>
        </p:spPr>
        <p:txBody>
          <a:bodyPr anchor="t" bIns="0" lIns="0" rIns="0" rtlCol="0" tIns="0" wrap="none"/>
          <a:p>
            <a:pPr algn="l" indent="0" marL="0">
              <a:lnSpc>
                <a:spcPts val="1097"/>
              </a:lnSpc>
              <a:buNone/>
            </a:pPr>
            <a:r>
              <a:rPr dirty="0" sz="731" lang="en-US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Version Control with Git</a:t>
            </a:r>
            <a:endParaRPr dirty="0" sz="731" lang="en-US"/>
          </a:p>
        </p:txBody>
      </p:sp>
      <p:sp>
        <p:nvSpPr>
          <p:cNvPr id="1048981" name="Text 25"/>
          <p:cNvSpPr/>
          <p:nvPr/>
        </p:nvSpPr>
        <p:spPr>
          <a:xfrm>
            <a:off x="4936220" y="2038759"/>
            <a:ext cx="2053047" cy="146304"/>
          </a:xfrm>
          <a:prstGeom prst="rect"/>
          <a:noFill/>
        </p:spPr>
        <p:txBody>
          <a:bodyPr anchor="t" bIns="0" lIns="0" rIns="0" rtlCol="0" tIns="0" wrap="square"/>
          <a:p>
            <a:pPr algn="l" indent="0" marL="0">
              <a:lnSpc>
                <a:spcPts val="945"/>
              </a:lnSpc>
              <a:buNone/>
            </a:pPr>
            <a:r>
              <a:rPr dirty="0" sz="675" lang="en-US">
                <a:solidFill>
                  <a:srgbClr val="8B949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— Jon Loeliger &amp; Matthew McCullough. O'Reilly, 2ª ed.</a:t>
            </a:r>
            <a:endParaRPr dirty="0" sz="675" lang="en-US"/>
          </a:p>
        </p:txBody>
      </p:sp>
      <p:sp>
        <p:nvSpPr>
          <p:cNvPr id="1048982" name="Text 26"/>
          <p:cNvSpPr/>
          <p:nvPr/>
        </p:nvSpPr>
        <p:spPr>
          <a:xfrm>
            <a:off x="3461058" y="2248010"/>
            <a:ext cx="5156448" cy="1508336"/>
          </a:xfrm>
          <a:prstGeom prst="roundRect">
            <a:avLst>
              <a:gd name="adj" fmla="val 7578"/>
            </a:avLst>
          </a:prstGeom>
          <a:solidFill>
            <a:srgbClr val="161B22"/>
          </a:solidFill>
          <a:ln w="7144">
            <a:solidFill>
              <a:srgbClr val="30363D"/>
            </a:solidFill>
            <a:prstDash val="solid"/>
          </a:ln>
        </p:spPr>
        <p:txBody>
          <a:bodyPr anchor="ctr" rtlCol="0" wrap="square"/>
          <a:p>
            <a:pPr indent="0" marL="0">
              <a:buNone/>
            </a:pPr>
            <a:endParaRPr dirty="0" lang="en-US"/>
          </a:p>
        </p:txBody>
      </p:sp>
      <p:sp>
        <p:nvSpPr>
          <p:cNvPr id="1048983" name="Text 27"/>
          <p:cNvSpPr/>
          <p:nvPr/>
        </p:nvSpPr>
        <p:spPr>
          <a:xfrm>
            <a:off x="3587502" y="2565611"/>
            <a:ext cx="114300" cy="114300"/>
          </a:xfrm>
          <a:prstGeom prst="rect"/>
          <a:noFill/>
        </p:spPr>
        <p:txBody>
          <a:bodyPr anchor="ctr" bIns="0" lIns="0" rIns="0" rtlCol="0" tIns="0" wrap="none"/>
          <a:p>
            <a:pPr algn="ctr" indent="0" marL="0">
              <a:buNone/>
            </a:pPr>
            <a:r>
              <a:rPr dirty="0" sz="1125" lang="en-US">
                <a:solidFill>
                  <a:srgbClr val="58A6F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⌘</a:t>
            </a:r>
            <a:endParaRPr dirty="0" sz="1125" lang="en-US"/>
          </a:p>
        </p:txBody>
      </p:sp>
      <p:sp>
        <p:nvSpPr>
          <p:cNvPr id="1048984" name="Text 28"/>
          <p:cNvSpPr/>
          <p:nvPr/>
        </p:nvSpPr>
        <p:spPr>
          <a:xfrm>
            <a:off x="3758952" y="2553109"/>
            <a:ext cx="4749254" cy="164592"/>
          </a:xfrm>
          <a:prstGeom prst="rect"/>
          <a:noFill/>
        </p:spPr>
        <p:txBody>
          <a:bodyPr anchor="t" bIns="0" lIns="0" rIns="0" rtlCol="0" tIns="0" wrap="none"/>
          <a:p>
            <a:pPr algn="l" indent="0" marL="0">
              <a:lnSpc>
                <a:spcPts val="1097"/>
              </a:lnSpc>
              <a:buNone/>
            </a:pPr>
            <a:r>
              <a:rPr b="1" dirty="0" sz="800" kern="0" lang="en-US" spc="29" smtClean="0">
                <a:solidFill>
                  <a:srgbClr val="8B949E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GRUPO </a:t>
            </a:r>
            <a:r>
              <a:rPr b="1" dirty="0" sz="800" kern="0" lang="en-US" spc="29">
                <a:solidFill>
                  <a:srgbClr val="8B949E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 · LECTURAS OFICIALES (URLS)</a:t>
            </a:r>
            <a:endParaRPr dirty="0" sz="800" lang="en-US"/>
          </a:p>
        </p:txBody>
      </p:sp>
      <p:sp>
        <p:nvSpPr>
          <p:cNvPr id="1048985" name="Shape 29"/>
          <p:cNvSpPr/>
          <p:nvPr/>
        </p:nvSpPr>
        <p:spPr>
          <a:xfrm>
            <a:off x="3587502" y="3107085"/>
            <a:ext cx="4920704" cy="0"/>
          </a:xfrm>
          <a:prstGeom prst="line"/>
          <a:noFill/>
          <a:ln w="7144">
            <a:solidFill>
              <a:srgbClr val="30363D"/>
            </a:solidFill>
            <a:prstDash val="dash"/>
          </a:ln>
        </p:spPr>
      </p:sp>
      <p:sp>
        <p:nvSpPr>
          <p:cNvPr id="1048986" name="Text 30"/>
          <p:cNvSpPr/>
          <p:nvPr/>
        </p:nvSpPr>
        <p:spPr>
          <a:xfrm>
            <a:off x="3587502" y="2806712"/>
            <a:ext cx="128588" cy="139973"/>
          </a:xfrm>
          <a:prstGeom prst="rect"/>
          <a:noFill/>
        </p:spPr>
        <p:txBody>
          <a:bodyPr anchor="ctr" bIns="0" lIns="0" rIns="0" rtlCol="0" tIns="0" wrap="none"/>
          <a:p>
            <a:pPr algn="ctr" indent="0" marL="0">
              <a:buNone/>
            </a:pPr>
            <a:r>
              <a:rPr dirty="0" sz="800" lang="en-US">
                <a:solidFill>
                  <a:srgbClr val="58A6F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▸</a:t>
            </a:r>
            <a:endParaRPr dirty="0" sz="800" lang="en-US"/>
          </a:p>
        </p:txBody>
      </p:sp>
      <p:sp>
        <p:nvSpPr>
          <p:cNvPr id="1048987" name="Text 31"/>
          <p:cNvSpPr/>
          <p:nvPr/>
        </p:nvSpPr>
        <p:spPr>
          <a:xfrm>
            <a:off x="3787527" y="2799569"/>
            <a:ext cx="4830407" cy="106513"/>
          </a:xfrm>
          <a:prstGeom prst="rect"/>
          <a:noFill/>
        </p:spPr>
        <p:txBody>
          <a:bodyPr anchor="t" bIns="0" lIns="0" rIns="0" rtlCol="0" tIns="0" wrap="square">
            <a:normAutofit fontScale="25000" lnSpcReduction="20000"/>
          </a:bodyPr>
          <a:p>
            <a:pPr algn="l" indent="0" marL="0">
              <a:lnSpc>
                <a:spcPts val="1055"/>
              </a:lnSpc>
              <a:buNone/>
            </a:pPr>
            <a:r>
              <a:rPr dirty="0" sz="800" lang="en-US">
                <a:solidFill>
                  <a:srgbClr val="58A6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https://git-scm.com/book/es/v2</a:t>
            </a:r>
            <a:endParaRPr dirty="0" sz="800" lang="en-US"/>
          </a:p>
        </p:txBody>
      </p:sp>
      <p:sp>
        <p:nvSpPr>
          <p:cNvPr id="1048988" name="Text 32"/>
          <p:cNvSpPr/>
          <p:nvPr/>
        </p:nvSpPr>
        <p:spPr>
          <a:xfrm>
            <a:off x="3787527" y="2933514"/>
            <a:ext cx="4830407" cy="119993"/>
          </a:xfrm>
          <a:prstGeom prst="rect"/>
          <a:noFill/>
        </p:spPr>
        <p:txBody>
          <a:bodyPr anchor="t" bIns="0" lIns="0" rIns="0" rtlCol="0" tIns="0" wrap="square"/>
          <a:p>
            <a:pPr algn="l" indent="0" marL="0">
              <a:lnSpc>
                <a:spcPts val="945"/>
              </a:lnSpc>
              <a:buNone/>
            </a:pPr>
            <a:r>
              <a:rPr dirty="0" sz="800" lang="en-US">
                <a:solidFill>
                  <a:srgbClr val="8B949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Pro Git en español, online.</a:t>
            </a:r>
            <a:endParaRPr dirty="0" sz="800" lang="en-US"/>
          </a:p>
        </p:txBody>
      </p:sp>
      <p:sp>
        <p:nvSpPr>
          <p:cNvPr id="1048989" name="Shape 33"/>
          <p:cNvSpPr/>
          <p:nvPr/>
        </p:nvSpPr>
        <p:spPr>
          <a:xfrm>
            <a:off x="3587502" y="3468179"/>
            <a:ext cx="4920704" cy="0"/>
          </a:xfrm>
          <a:prstGeom prst="line"/>
          <a:noFill/>
          <a:ln w="7144">
            <a:solidFill>
              <a:srgbClr val="30363D"/>
            </a:solidFill>
            <a:prstDash val="dash"/>
          </a:ln>
        </p:spPr>
      </p:sp>
      <p:sp>
        <p:nvSpPr>
          <p:cNvPr id="1048990" name="Text 34"/>
          <p:cNvSpPr/>
          <p:nvPr/>
        </p:nvSpPr>
        <p:spPr>
          <a:xfrm>
            <a:off x="3587502" y="3167807"/>
            <a:ext cx="128588" cy="139973"/>
          </a:xfrm>
          <a:prstGeom prst="rect"/>
          <a:noFill/>
        </p:spPr>
        <p:txBody>
          <a:bodyPr anchor="ctr" bIns="0" lIns="0" rIns="0" rtlCol="0" tIns="0" wrap="none"/>
          <a:p>
            <a:pPr algn="ctr" indent="0" marL="0">
              <a:buNone/>
            </a:pPr>
            <a:r>
              <a:rPr dirty="0" sz="800" lang="en-US">
                <a:solidFill>
                  <a:srgbClr val="58A6F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▸</a:t>
            </a:r>
            <a:endParaRPr dirty="0" sz="800" lang="en-US"/>
          </a:p>
        </p:txBody>
      </p:sp>
      <p:sp>
        <p:nvSpPr>
          <p:cNvPr id="1048991" name="Text 35"/>
          <p:cNvSpPr/>
          <p:nvPr/>
        </p:nvSpPr>
        <p:spPr>
          <a:xfrm>
            <a:off x="3787527" y="3160663"/>
            <a:ext cx="4830407" cy="106513"/>
          </a:xfrm>
          <a:prstGeom prst="rect"/>
          <a:noFill/>
        </p:spPr>
        <p:txBody>
          <a:bodyPr anchor="t" bIns="0" lIns="0" rIns="0" rtlCol="0" tIns="0" wrap="square">
            <a:normAutofit fontScale="25000" lnSpcReduction="20000"/>
          </a:bodyPr>
          <a:p>
            <a:pPr algn="l" indent="0" marL="0">
              <a:lnSpc>
                <a:spcPts val="1055"/>
              </a:lnSpc>
              <a:buNone/>
            </a:pPr>
            <a:r>
              <a:rPr dirty="0" sz="800" lang="en-US">
                <a:solidFill>
                  <a:srgbClr val="58A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https://docs.github.com/es/get-started</a:t>
            </a:r>
            <a:endParaRPr dirty="0" sz="800" lang="en-US"/>
          </a:p>
        </p:txBody>
      </p:sp>
      <p:sp>
        <p:nvSpPr>
          <p:cNvPr id="1048992" name="Text 36"/>
          <p:cNvSpPr/>
          <p:nvPr/>
        </p:nvSpPr>
        <p:spPr>
          <a:xfrm>
            <a:off x="3787527" y="3294608"/>
            <a:ext cx="4720679" cy="119993"/>
          </a:xfrm>
          <a:prstGeom prst="rect"/>
          <a:noFill/>
        </p:spPr>
        <p:txBody>
          <a:bodyPr anchor="t" bIns="0" lIns="0" rIns="0" rtlCol="0" tIns="0" wrap="none"/>
          <a:p>
            <a:pPr algn="l" indent="0" marL="0">
              <a:lnSpc>
                <a:spcPts val="945"/>
              </a:lnSpc>
              <a:buNone/>
            </a:pPr>
            <a:r>
              <a:rPr dirty="0" sz="800" lang="en-US">
                <a:solidFill>
                  <a:srgbClr val="8B949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Guía de inicio de GitHub.</a:t>
            </a:r>
            <a:endParaRPr dirty="0" sz="800" lang="en-US"/>
          </a:p>
        </p:txBody>
      </p:sp>
      <p:sp>
        <p:nvSpPr>
          <p:cNvPr id="1048993" name="Text 37"/>
          <p:cNvSpPr/>
          <p:nvPr/>
        </p:nvSpPr>
        <p:spPr>
          <a:xfrm>
            <a:off x="3587502" y="3528901"/>
            <a:ext cx="128588" cy="139973"/>
          </a:xfrm>
          <a:prstGeom prst="rect"/>
          <a:noFill/>
        </p:spPr>
        <p:txBody>
          <a:bodyPr anchor="ctr" bIns="0" lIns="0" rIns="0" rtlCol="0" tIns="0" wrap="none"/>
          <a:p>
            <a:pPr algn="ctr" indent="0" marL="0">
              <a:buNone/>
            </a:pPr>
            <a:r>
              <a:rPr dirty="0" sz="800" lang="en-US">
                <a:solidFill>
                  <a:srgbClr val="58A6F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▸</a:t>
            </a:r>
            <a:endParaRPr dirty="0" sz="800" lang="en-US"/>
          </a:p>
        </p:txBody>
      </p:sp>
      <p:sp>
        <p:nvSpPr>
          <p:cNvPr id="1048994" name="Text 38"/>
          <p:cNvSpPr/>
          <p:nvPr/>
        </p:nvSpPr>
        <p:spPr>
          <a:xfrm>
            <a:off x="3787527" y="3521757"/>
            <a:ext cx="4830407" cy="106513"/>
          </a:xfrm>
          <a:prstGeom prst="rect"/>
          <a:noFill/>
        </p:spPr>
        <p:txBody>
          <a:bodyPr anchor="t" bIns="0" lIns="0" rIns="0" rtlCol="0" tIns="0" wrap="square">
            <a:normAutofit fontScale="25000" lnSpcReduction="20000"/>
          </a:bodyPr>
          <a:p>
            <a:pPr algn="l" indent="0" marL="0">
              <a:lnSpc>
                <a:spcPts val="1055"/>
              </a:lnSpc>
              <a:buNone/>
            </a:pPr>
            <a:r>
              <a:rPr dirty="0" sz="800" lang="en-US">
                <a:solidFill>
                  <a:srgbClr val="58A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https://www.atlassian.com/git/tutorials</a:t>
            </a:r>
            <a:endParaRPr dirty="0" sz="800" lang="en-US"/>
          </a:p>
        </p:txBody>
      </p:sp>
      <p:sp>
        <p:nvSpPr>
          <p:cNvPr id="1048995" name="Text 39"/>
          <p:cNvSpPr/>
          <p:nvPr/>
        </p:nvSpPr>
        <p:spPr>
          <a:xfrm>
            <a:off x="3787527" y="3655702"/>
            <a:ext cx="4830407" cy="153591"/>
          </a:xfrm>
          <a:prstGeom prst="rect"/>
          <a:noFill/>
        </p:spPr>
        <p:txBody>
          <a:bodyPr anchor="t" bIns="0" lIns="0" rIns="0" rtlCol="0" tIns="0" wrap="square"/>
          <a:p>
            <a:pPr algn="l" indent="0" marL="0">
              <a:lnSpc>
                <a:spcPts val="945"/>
              </a:lnSpc>
              <a:buNone/>
            </a:pPr>
            <a:r>
              <a:rPr dirty="0" sz="800" lang="en-US">
                <a:solidFill>
                  <a:srgbClr val="8B949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Tutoriales de Atlassian (muy didácticos).</a:t>
            </a:r>
            <a:endParaRPr dirty="0" sz="800" lang="en-US"/>
          </a:p>
        </p:txBody>
      </p:sp>
      <p:sp>
        <p:nvSpPr>
          <p:cNvPr id="1048996" name="Text 40"/>
          <p:cNvSpPr/>
          <p:nvPr/>
        </p:nvSpPr>
        <p:spPr>
          <a:xfrm>
            <a:off x="3418261" y="3784687"/>
            <a:ext cx="5156448" cy="1260872"/>
          </a:xfrm>
          <a:prstGeom prst="roundRect">
            <a:avLst>
              <a:gd name="adj" fmla="val 9065"/>
            </a:avLst>
          </a:prstGeom>
          <a:solidFill>
            <a:srgbClr val="161B22"/>
          </a:solidFill>
          <a:ln w="7144">
            <a:solidFill>
              <a:srgbClr val="30363D"/>
            </a:solidFill>
            <a:prstDash val="solid"/>
          </a:ln>
        </p:spPr>
        <p:txBody>
          <a:bodyPr anchor="ctr" rtlCol="0" wrap="square"/>
          <a:p>
            <a:pPr indent="0" marL="0">
              <a:buNone/>
            </a:pPr>
            <a:endParaRPr dirty="0" lang="en-US"/>
          </a:p>
        </p:txBody>
      </p:sp>
      <p:sp>
        <p:nvSpPr>
          <p:cNvPr id="1048997" name="Text 41"/>
          <p:cNvSpPr/>
          <p:nvPr/>
        </p:nvSpPr>
        <p:spPr>
          <a:xfrm>
            <a:off x="3587502" y="4166815"/>
            <a:ext cx="114300" cy="114300"/>
          </a:xfrm>
          <a:prstGeom prst="rect"/>
          <a:noFill/>
        </p:spPr>
        <p:txBody>
          <a:bodyPr anchor="ctr" bIns="0" lIns="0" rIns="0" rtlCol="0" tIns="0" wrap="none"/>
          <a:p>
            <a:pPr algn="ctr" indent="0" marL="0">
              <a:buNone/>
            </a:pPr>
            <a:r>
              <a:rPr dirty="0" sz="1125" lang="en-US">
                <a:solidFill>
                  <a:srgbClr val="F78166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❏</a:t>
            </a:r>
            <a:endParaRPr dirty="0" sz="1125" lang="en-US"/>
          </a:p>
        </p:txBody>
      </p:sp>
      <p:sp>
        <p:nvSpPr>
          <p:cNvPr id="1048998" name="Text 42"/>
          <p:cNvSpPr/>
          <p:nvPr/>
        </p:nvSpPr>
        <p:spPr>
          <a:xfrm>
            <a:off x="3758952" y="4154314"/>
            <a:ext cx="4749254" cy="164592"/>
          </a:xfrm>
          <a:prstGeom prst="rect"/>
          <a:noFill/>
        </p:spPr>
        <p:txBody>
          <a:bodyPr anchor="t" bIns="0" lIns="0" rIns="0" rtlCol="0" tIns="0" wrap="none"/>
          <a:p>
            <a:pPr algn="l" indent="0" marL="0">
              <a:lnSpc>
                <a:spcPts val="1097"/>
              </a:lnSpc>
              <a:buNone/>
            </a:pPr>
            <a:r>
              <a:rPr b="1" dirty="0" sz="800" kern="0" lang="en-US" spc="29">
                <a:solidFill>
                  <a:srgbClr val="F78166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GROUP 3 · LECTURAS RECOMENDADAS</a:t>
            </a:r>
            <a:endParaRPr dirty="0" sz="800" lang="en-US"/>
          </a:p>
        </p:txBody>
      </p:sp>
      <p:sp>
        <p:nvSpPr>
          <p:cNvPr id="1048999" name="Shape 43"/>
          <p:cNvSpPr/>
          <p:nvPr/>
        </p:nvSpPr>
        <p:spPr>
          <a:xfrm>
            <a:off x="3587502" y="4625801"/>
            <a:ext cx="4920704" cy="0"/>
          </a:xfrm>
          <a:prstGeom prst="line"/>
          <a:noFill/>
          <a:ln w="7144">
            <a:solidFill>
              <a:srgbClr val="30363D"/>
            </a:solidFill>
            <a:prstDash val="dash"/>
          </a:ln>
        </p:spPr>
      </p:sp>
      <p:sp>
        <p:nvSpPr>
          <p:cNvPr id="1049000" name="Text 44"/>
          <p:cNvSpPr/>
          <p:nvPr/>
        </p:nvSpPr>
        <p:spPr>
          <a:xfrm>
            <a:off x="3587502" y="4407917"/>
            <a:ext cx="128588" cy="139973"/>
          </a:xfrm>
          <a:prstGeom prst="rect"/>
          <a:noFill/>
        </p:spPr>
        <p:txBody>
          <a:bodyPr anchor="ctr" bIns="0" lIns="0" rIns="0" rtlCol="0" tIns="0" wrap="none"/>
          <a:p>
            <a:pPr algn="ctr" indent="0" marL="0">
              <a:buNone/>
            </a:pPr>
            <a:r>
              <a:rPr dirty="0" sz="800" lang="en-US">
                <a:solidFill>
                  <a:srgbClr val="F78166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▸</a:t>
            </a:r>
            <a:endParaRPr dirty="0" sz="800" lang="en-US"/>
          </a:p>
        </p:txBody>
      </p:sp>
      <p:sp>
        <p:nvSpPr>
          <p:cNvPr id="1049001" name="Text 45"/>
          <p:cNvSpPr/>
          <p:nvPr/>
        </p:nvSpPr>
        <p:spPr>
          <a:xfrm>
            <a:off x="3787527" y="4429348"/>
            <a:ext cx="1174790" cy="142875"/>
          </a:xfrm>
          <a:prstGeom prst="rect"/>
          <a:noFill/>
        </p:spPr>
        <p:txBody>
          <a:bodyPr anchor="t" bIns="0" lIns="0" rIns="0" rtlCol="0" tIns="0" wrap="none"/>
          <a:p>
            <a:pPr algn="l" indent="0" marL="0">
              <a:lnSpc>
                <a:spcPts val="1097"/>
              </a:lnSpc>
              <a:buNone/>
            </a:pPr>
            <a:r>
              <a:rPr dirty="0" sz="731" lang="en-US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Atlassian: Git Tutorial</a:t>
            </a:r>
            <a:endParaRPr dirty="0" sz="731" lang="en-US"/>
          </a:p>
        </p:txBody>
      </p:sp>
      <p:sp>
        <p:nvSpPr>
          <p:cNvPr id="1049002" name="Text 46"/>
          <p:cNvSpPr/>
          <p:nvPr/>
        </p:nvSpPr>
        <p:spPr>
          <a:xfrm>
            <a:off x="4889785" y="4436492"/>
            <a:ext cx="1618153" cy="135731"/>
          </a:xfrm>
          <a:prstGeom prst="rect"/>
          <a:noFill/>
        </p:spPr>
        <p:txBody>
          <a:bodyPr anchor="t" bIns="0" lIns="0" rIns="0" rtlCol="0" tIns="0" wrap="square"/>
          <a:p>
            <a:pPr algn="l" indent="0" marL="0">
              <a:lnSpc>
                <a:spcPts val="945"/>
              </a:lnSpc>
              <a:buNone/>
            </a:pPr>
            <a:r>
              <a:rPr dirty="0" sz="675" lang="en-US">
                <a:solidFill>
                  <a:srgbClr val="8B949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— repaso corto de branching y merging.</a:t>
            </a:r>
            <a:endParaRPr dirty="0" sz="675" lang="en-US"/>
          </a:p>
        </p:txBody>
      </p:sp>
      <p:sp>
        <p:nvSpPr>
          <p:cNvPr id="1049003" name="Shape 47"/>
          <p:cNvSpPr/>
          <p:nvPr/>
        </p:nvSpPr>
        <p:spPr>
          <a:xfrm>
            <a:off x="3587502" y="4904408"/>
            <a:ext cx="4920704" cy="0"/>
          </a:xfrm>
          <a:prstGeom prst="line"/>
          <a:noFill/>
          <a:ln w="7144">
            <a:solidFill>
              <a:srgbClr val="30363D"/>
            </a:solidFill>
            <a:prstDash val="dash"/>
          </a:ln>
        </p:spPr>
      </p:sp>
      <p:sp>
        <p:nvSpPr>
          <p:cNvPr id="1049004" name="Text 48"/>
          <p:cNvSpPr/>
          <p:nvPr/>
        </p:nvSpPr>
        <p:spPr>
          <a:xfrm>
            <a:off x="3587502" y="4686523"/>
            <a:ext cx="128588" cy="139973"/>
          </a:xfrm>
          <a:prstGeom prst="rect"/>
          <a:noFill/>
        </p:spPr>
        <p:txBody>
          <a:bodyPr anchor="ctr" bIns="0" lIns="0" rIns="0" rtlCol="0" tIns="0" wrap="none"/>
          <a:p>
            <a:pPr algn="ctr" indent="0" marL="0">
              <a:buNone/>
            </a:pPr>
            <a:r>
              <a:rPr dirty="0" sz="800" lang="en-US">
                <a:solidFill>
                  <a:srgbClr val="F78166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▸</a:t>
            </a:r>
            <a:endParaRPr dirty="0" sz="800" lang="en-US"/>
          </a:p>
        </p:txBody>
      </p:sp>
      <p:sp>
        <p:nvSpPr>
          <p:cNvPr id="1049005" name="Text 49"/>
          <p:cNvSpPr/>
          <p:nvPr/>
        </p:nvSpPr>
        <p:spPr>
          <a:xfrm>
            <a:off x="3787527" y="4707954"/>
            <a:ext cx="1225868" cy="142875"/>
          </a:xfrm>
          <a:prstGeom prst="rect"/>
          <a:noFill/>
        </p:spPr>
        <p:txBody>
          <a:bodyPr anchor="t" bIns="0" lIns="0" rIns="0" rtlCol="0" tIns="0" wrap="none"/>
          <a:p>
            <a:pPr algn="l" indent="0" marL="0">
              <a:lnSpc>
                <a:spcPts val="1097"/>
              </a:lnSpc>
              <a:buNone/>
            </a:pPr>
            <a:r>
              <a:rPr dirty="0" sz="731" lang="en-US">
                <a:solidFill>
                  <a:srgbClr val="C9D1D9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Conventional Commits 1.0</a:t>
            </a:r>
            <a:endParaRPr dirty="0" sz="731" lang="en-US"/>
          </a:p>
        </p:txBody>
      </p:sp>
      <p:sp>
        <p:nvSpPr>
          <p:cNvPr id="1049006" name="Text 50"/>
          <p:cNvSpPr/>
          <p:nvPr/>
        </p:nvSpPr>
        <p:spPr>
          <a:xfrm>
            <a:off x="4936220" y="4715098"/>
            <a:ext cx="1740030" cy="135731"/>
          </a:xfrm>
          <a:prstGeom prst="rect"/>
          <a:noFill/>
        </p:spPr>
        <p:txBody>
          <a:bodyPr anchor="t" bIns="0" lIns="0" rIns="0" rtlCol="0" tIns="0" wrap="square"/>
          <a:p>
            <a:pPr algn="l" indent="0" marL="0">
              <a:lnSpc>
                <a:spcPts val="945"/>
              </a:lnSpc>
              <a:buNone/>
            </a:pPr>
            <a:r>
              <a:rPr dirty="0" sz="675" lang="en-US">
                <a:solidFill>
                  <a:srgbClr val="8B949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— especificación de prefijos feat/fix/docs.</a:t>
            </a:r>
            <a:endParaRPr dirty="0" sz="675" lang="en-US"/>
          </a:p>
        </p:txBody>
      </p:sp>
      <p:sp>
        <p:nvSpPr>
          <p:cNvPr id="1049007" name="Text 51"/>
          <p:cNvSpPr/>
          <p:nvPr/>
        </p:nvSpPr>
        <p:spPr>
          <a:xfrm>
            <a:off x="3587502" y="4965129"/>
            <a:ext cx="128588" cy="139973"/>
          </a:xfrm>
          <a:prstGeom prst="rect"/>
          <a:noFill/>
        </p:spPr>
        <p:txBody>
          <a:bodyPr anchor="ctr" bIns="0" lIns="0" rIns="0" rtlCol="0" tIns="0" wrap="none"/>
          <a:p>
            <a:pPr algn="ctr" indent="0" marL="0">
              <a:buNone/>
            </a:pPr>
            <a:r>
              <a:rPr dirty="0" sz="800" lang="en-US">
                <a:solidFill>
                  <a:srgbClr val="F78166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▸</a:t>
            </a:r>
            <a:endParaRPr dirty="0" sz="800" lang="en-US"/>
          </a:p>
        </p:txBody>
      </p:sp>
      <p:sp>
        <p:nvSpPr>
          <p:cNvPr id="1049008" name="Text 52"/>
          <p:cNvSpPr/>
          <p:nvPr/>
        </p:nvSpPr>
        <p:spPr>
          <a:xfrm>
            <a:off x="3787527" y="4986561"/>
            <a:ext cx="816316" cy="143490"/>
          </a:xfrm>
          <a:prstGeom prst="rect"/>
          <a:noFill/>
        </p:spPr>
        <p:txBody>
          <a:bodyPr anchor="t" bIns="0" lIns="0" rIns="0" rtlCol="0" tIns="0" wrap="none"/>
          <a:p>
            <a:pPr algn="l" indent="0" marL="0">
              <a:lnSpc>
                <a:spcPts val="1097"/>
              </a:lnSpc>
              <a:buNone/>
            </a:pPr>
            <a:r>
              <a:rPr dirty="0" sz="731" lang="en-US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Oh Shit, Git!?!</a:t>
            </a:r>
            <a:endParaRPr dirty="0" sz="731" lang="en-US"/>
          </a:p>
        </p:txBody>
      </p:sp>
      <p:sp>
        <p:nvSpPr>
          <p:cNvPr id="1049009" name="Text 53"/>
          <p:cNvSpPr/>
          <p:nvPr/>
        </p:nvSpPr>
        <p:spPr>
          <a:xfrm>
            <a:off x="4518310" y="4993704"/>
            <a:ext cx="176185" cy="146304"/>
          </a:xfrm>
          <a:prstGeom prst="rect"/>
          <a:noFill/>
        </p:spPr>
        <p:txBody>
          <a:bodyPr anchor="t" bIns="0" lIns="0" rIns="0" rtlCol="0" tIns="0" wrap="none"/>
          <a:p>
            <a:pPr algn="l" indent="0" marL="0">
              <a:lnSpc>
                <a:spcPts val="945"/>
              </a:lnSpc>
              <a:buNone/>
            </a:pPr>
            <a:r>
              <a:rPr dirty="0" sz="800" lang="en-US">
                <a:solidFill>
                  <a:srgbClr val="8B949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—</a:t>
            </a:r>
            <a:endParaRPr dirty="0" sz="800" lang="en-US"/>
          </a:p>
        </p:txBody>
      </p:sp>
      <p:sp>
        <p:nvSpPr>
          <p:cNvPr id="1049010" name="Text 54"/>
          <p:cNvSpPr/>
          <p:nvPr/>
        </p:nvSpPr>
        <p:spPr>
          <a:xfrm>
            <a:off x="4629820" y="4993704"/>
            <a:ext cx="1098887" cy="140452"/>
          </a:xfrm>
          <a:prstGeom prst="rect"/>
          <a:noFill/>
        </p:spPr>
        <p:txBody>
          <a:bodyPr anchor="t" bIns="0" lIns="0" rIns="0" rtlCol="0" tIns="0" wrap="none"/>
          <a:p>
            <a:pPr algn="l" indent="0" marL="0">
              <a:lnSpc>
                <a:spcPts val="1055"/>
              </a:lnSpc>
              <a:buNone/>
            </a:pPr>
            <a:r>
              <a:rPr dirty="0" sz="703" lang="en-US">
                <a:solidFill>
                  <a:srgbClr val="58A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https://ohshitgit.com</a:t>
            </a:r>
            <a:endParaRPr dirty="0" sz="703" lang="en-US"/>
          </a:p>
        </p:txBody>
      </p:sp>
      <p:sp>
        <p:nvSpPr>
          <p:cNvPr id="1049011" name="Text 55"/>
          <p:cNvSpPr/>
          <p:nvPr/>
        </p:nvSpPr>
        <p:spPr>
          <a:xfrm>
            <a:off x="5601705" y="4993704"/>
            <a:ext cx="1486753" cy="146304"/>
          </a:xfrm>
          <a:prstGeom prst="rect"/>
          <a:noFill/>
        </p:spPr>
        <p:txBody>
          <a:bodyPr anchor="t" bIns="0" lIns="0" rIns="0" rtlCol="0" tIns="0" wrap="square"/>
          <a:p>
            <a:pPr algn="l" indent="0" marL="0">
              <a:lnSpc>
                <a:spcPts val="945"/>
              </a:lnSpc>
              <a:buNone/>
            </a:pPr>
            <a:r>
              <a:rPr dirty="0" sz="675" lang="en-US">
                <a:solidFill>
                  <a:srgbClr val="8B949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— recetas para deshacer desastres.</a:t>
            </a:r>
            <a:endParaRPr dirty="0" sz="675" lang="en-US"/>
          </a:p>
        </p:txBody>
      </p:sp>
      <p:sp>
        <p:nvSpPr>
          <p:cNvPr id="1049012" name="Shape 56"/>
          <p:cNvSpPr/>
          <p:nvPr/>
        </p:nvSpPr>
        <p:spPr>
          <a:xfrm>
            <a:off x="514350" y="4803391"/>
            <a:ext cx="8115300" cy="0"/>
          </a:xfrm>
          <a:prstGeom prst="line"/>
          <a:noFill/>
          <a:ln w="7144">
            <a:solidFill>
              <a:srgbClr val="30363D"/>
            </a:solidFill>
            <a:prstDash val="solid"/>
          </a:ln>
        </p:spPr>
      </p:sp>
      <p:sp>
        <p:nvSpPr>
          <p:cNvPr id="1049013" name="Text 57"/>
          <p:cNvSpPr/>
          <p:nvPr/>
        </p:nvSpPr>
        <p:spPr>
          <a:xfrm>
            <a:off x="514350" y="4885544"/>
            <a:ext cx="91440" cy="91440"/>
          </a:xfrm>
          <a:prstGeom prst="rect"/>
          <a:noFill/>
        </p:spPr>
        <p:txBody>
          <a:bodyPr anchor="ctr" bIns="0" lIns="0" rIns="0" rtlCol="0" tIns="0" wrap="none"/>
          <a:p>
            <a:pPr algn="ctr" indent="0" marL="0">
              <a:buNone/>
            </a:pPr>
            <a:r>
              <a:rPr dirty="0" sz="844" lang="en-US">
                <a:solidFill>
                  <a:srgbClr val="58A6F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▤</a:t>
            </a:r>
            <a:endParaRPr dirty="0" sz="844" lang="en-US"/>
          </a:p>
        </p:txBody>
      </p:sp>
      <p:sp>
        <p:nvSpPr>
          <p:cNvPr id="1049014" name="Text 58"/>
          <p:cNvSpPr/>
          <p:nvPr/>
        </p:nvSpPr>
        <p:spPr>
          <a:xfrm>
            <a:off x="667941" y="4871256"/>
            <a:ext cx="2832050" cy="110728"/>
          </a:xfrm>
          <a:prstGeom prst="rect"/>
          <a:noFill/>
        </p:spPr>
        <p:txBody>
          <a:bodyPr anchor="t" bIns="0" lIns="0" rIns="0" rtlCol="0" tIns="0" wrap="square"/>
          <a:p>
            <a:pPr algn="l" indent="0" marL="0">
              <a:lnSpc>
                <a:spcPts val="928"/>
              </a:lnSpc>
              <a:buNone/>
            </a:pPr>
            <a:r>
              <a:rPr dirty="0" sz="619" lang="en-US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Próxima clase: leer </a:t>
            </a:r>
            <a:r>
              <a:rPr dirty="0" sz="619" lang="en-US">
                <a:solidFill>
                  <a:srgbClr val="58A6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Pro Git cap. 3 (Ramas)</a:t>
            </a:r>
            <a:r>
              <a:rPr dirty="0" sz="619" lang="en-US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y Atlassian Gitflow Workflow.</a:t>
            </a:r>
            <a:endParaRPr dirty="0" sz="619" lang="en-US"/>
          </a:p>
        </p:txBody>
      </p:sp>
      <p:sp>
        <p:nvSpPr>
          <p:cNvPr id="1049015" name="Text 59"/>
          <p:cNvSpPr/>
          <p:nvPr/>
        </p:nvSpPr>
        <p:spPr>
          <a:xfrm>
            <a:off x="7510649" y="4864112"/>
            <a:ext cx="1186142" cy="117872"/>
          </a:xfrm>
          <a:prstGeom prst="rect"/>
          <a:noFill/>
        </p:spPr>
        <p:txBody>
          <a:bodyPr anchor="t" bIns="0" lIns="0" rIns="0" rtlCol="0" tIns="0" wrap="square"/>
          <a:p>
            <a:pPr algn="l" indent="0" marL="0">
              <a:lnSpc>
                <a:spcPts val="928"/>
              </a:lnSpc>
              <a:buNone/>
            </a:pPr>
            <a:r>
              <a:rPr dirty="0" sz="619" lang="en-US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Fundamentos de Git · Recursos</a:t>
            </a:r>
            <a:endParaRPr dirty="0" sz="619" lang="en-US"/>
          </a:p>
        </p:txBody>
      </p:sp>
    </p:spTree>
  </p:cSld>
  <p:clrMapOvr>
    <a:masterClrMapping/>
  </p:clrMapOvr>
  <p:timing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117"/>
        </a:solidFill>
        <a:effectLst/>
      </p:bgPr>
    </p:bg>
    <p:spTree>
      <p:nvGrpSpPr>
        <p:cNvPr id="4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019" name="Text 0"/>
          <p:cNvSpPr/>
          <p:nvPr/>
        </p:nvSpPr>
        <p:spPr>
          <a:xfrm>
            <a:off x="142875" y="142875"/>
            <a:ext cx="2000250" cy="2000250"/>
          </a:xfrm>
          <a:prstGeom prst="ellipse"/>
          <a:solidFill>
            <a:srgbClr val="58A6FF">
              <a:alpha val="18000"/>
            </a:srgbClr>
          </a:solidFill>
        </p:spPr>
        <p:txBody>
          <a:bodyPr anchor="ctr" rtlCol="0" wrap="square"/>
          <a:p>
            <a:pPr indent="0" marL="0">
              <a:buNone/>
            </a:pPr>
            <a:endParaRPr dirty="0" lang="en-US"/>
          </a:p>
        </p:txBody>
      </p:sp>
      <p:sp>
        <p:nvSpPr>
          <p:cNvPr id="1049020" name="Text 1"/>
          <p:cNvSpPr/>
          <p:nvPr/>
        </p:nvSpPr>
        <p:spPr>
          <a:xfrm>
            <a:off x="7000875" y="3000375"/>
            <a:ext cx="2000250" cy="2000250"/>
          </a:xfrm>
          <a:prstGeom prst="ellipse"/>
          <a:solidFill>
            <a:srgbClr val="F78166">
              <a:alpha val="18000"/>
            </a:srgbClr>
          </a:solidFill>
        </p:spPr>
        <p:txBody>
          <a:bodyPr anchor="ctr" rtlCol="0" wrap="square"/>
          <a:p>
            <a:pPr indent="0" marL="0">
              <a:buNone/>
            </a:pPr>
            <a:endParaRPr dirty="0" lang="en-US"/>
          </a:p>
        </p:txBody>
      </p:sp>
      <p:sp>
        <p:nvSpPr>
          <p:cNvPr id="1049021" name="Shape 2"/>
          <p:cNvSpPr/>
          <p:nvPr/>
        </p:nvSpPr>
        <p:spPr>
          <a:xfrm>
            <a:off x="514350" y="1800225"/>
            <a:ext cx="3971925" cy="0"/>
          </a:xfrm>
          <a:prstGeom prst="line"/>
          <a:noFill/>
          <a:ln w="21431">
            <a:solidFill>
              <a:srgbClr val="58A6FF"/>
            </a:solidFill>
            <a:prstDash val="solid"/>
          </a:ln>
        </p:spPr>
      </p:sp>
      <p:sp>
        <p:nvSpPr>
          <p:cNvPr id="1049022" name="Shape 3"/>
          <p:cNvSpPr/>
          <p:nvPr/>
        </p:nvSpPr>
        <p:spPr>
          <a:xfrm>
            <a:off x="4482703" y="1789509"/>
            <a:ext cx="0" cy="1753791"/>
          </a:xfrm>
          <a:prstGeom prst="line"/>
          <a:noFill/>
          <a:ln w="7144">
            <a:solidFill>
              <a:srgbClr val="30363D"/>
            </a:solidFill>
            <a:prstDash val="solid"/>
          </a:ln>
        </p:spPr>
      </p:sp>
      <p:sp>
        <p:nvSpPr>
          <p:cNvPr id="1049023" name="Shape 4"/>
          <p:cNvSpPr/>
          <p:nvPr/>
        </p:nvSpPr>
        <p:spPr>
          <a:xfrm>
            <a:off x="514350" y="3539728"/>
            <a:ext cx="3971925" cy="0"/>
          </a:xfrm>
          <a:prstGeom prst="line"/>
          <a:noFill/>
          <a:ln w="7144">
            <a:solidFill>
              <a:srgbClr val="30363D"/>
            </a:solidFill>
            <a:prstDash val="solid"/>
          </a:ln>
        </p:spPr>
      </p:sp>
      <p:sp>
        <p:nvSpPr>
          <p:cNvPr id="1049024" name="Shape 5"/>
          <p:cNvSpPr/>
          <p:nvPr/>
        </p:nvSpPr>
        <p:spPr>
          <a:xfrm>
            <a:off x="517922" y="1789509"/>
            <a:ext cx="0" cy="1753791"/>
          </a:xfrm>
          <a:prstGeom prst="line"/>
          <a:noFill/>
          <a:ln w="7144">
            <a:solidFill>
              <a:srgbClr val="30363D"/>
            </a:solidFill>
            <a:prstDash val="solid"/>
          </a:ln>
        </p:spPr>
      </p:sp>
      <p:sp>
        <p:nvSpPr>
          <p:cNvPr id="1049025" name="Shape 6"/>
          <p:cNvSpPr/>
          <p:nvPr/>
        </p:nvSpPr>
        <p:spPr>
          <a:xfrm>
            <a:off x="692944" y="2503884"/>
            <a:ext cx="3614738" cy="0"/>
          </a:xfrm>
          <a:prstGeom prst="line"/>
          <a:noFill/>
          <a:ln w="7144">
            <a:solidFill>
              <a:srgbClr val="30363D"/>
            </a:solidFill>
            <a:prstDash val="dash"/>
          </a:ln>
        </p:spPr>
      </p:sp>
      <p:sp>
        <p:nvSpPr>
          <p:cNvPr id="1049026" name="Shape 7"/>
          <p:cNvSpPr/>
          <p:nvPr/>
        </p:nvSpPr>
        <p:spPr>
          <a:xfrm>
            <a:off x="692944" y="2796778"/>
            <a:ext cx="3614738" cy="0"/>
          </a:xfrm>
          <a:prstGeom prst="line"/>
          <a:noFill/>
          <a:ln w="7144">
            <a:solidFill>
              <a:srgbClr val="30363D"/>
            </a:solidFill>
            <a:prstDash val="dash"/>
          </a:ln>
        </p:spPr>
      </p:sp>
      <p:sp>
        <p:nvSpPr>
          <p:cNvPr id="1049027" name="Shape 8"/>
          <p:cNvSpPr/>
          <p:nvPr/>
        </p:nvSpPr>
        <p:spPr>
          <a:xfrm>
            <a:off x="692944" y="3089672"/>
            <a:ext cx="3614738" cy="0"/>
          </a:xfrm>
          <a:prstGeom prst="line"/>
          <a:noFill/>
          <a:ln w="7144">
            <a:solidFill>
              <a:srgbClr val="30363D"/>
            </a:solidFill>
            <a:prstDash val="dash"/>
          </a:ln>
        </p:spPr>
      </p:sp>
      <p:sp>
        <p:nvSpPr>
          <p:cNvPr id="1049028" name="Shape 9"/>
          <p:cNvSpPr/>
          <p:nvPr/>
        </p:nvSpPr>
        <p:spPr>
          <a:xfrm>
            <a:off x="4657725" y="1800225"/>
            <a:ext cx="3971925" cy="0"/>
          </a:xfrm>
          <a:prstGeom prst="line"/>
          <a:noFill/>
          <a:ln w="21431">
            <a:solidFill>
              <a:srgbClr val="F78166"/>
            </a:solidFill>
            <a:prstDash val="solid"/>
          </a:ln>
        </p:spPr>
      </p:sp>
      <p:sp>
        <p:nvSpPr>
          <p:cNvPr id="1049029" name="Shape 10"/>
          <p:cNvSpPr/>
          <p:nvPr/>
        </p:nvSpPr>
        <p:spPr>
          <a:xfrm>
            <a:off x="8626078" y="1789509"/>
            <a:ext cx="0" cy="1753791"/>
          </a:xfrm>
          <a:prstGeom prst="line"/>
          <a:noFill/>
          <a:ln w="7144">
            <a:solidFill>
              <a:srgbClr val="30363D"/>
            </a:solidFill>
            <a:prstDash val="solid"/>
          </a:ln>
        </p:spPr>
      </p:sp>
      <p:sp>
        <p:nvSpPr>
          <p:cNvPr id="1049030" name="Shape 11"/>
          <p:cNvSpPr/>
          <p:nvPr/>
        </p:nvSpPr>
        <p:spPr>
          <a:xfrm>
            <a:off x="4657725" y="3539728"/>
            <a:ext cx="3971925" cy="0"/>
          </a:xfrm>
          <a:prstGeom prst="line"/>
          <a:noFill/>
          <a:ln w="7144">
            <a:solidFill>
              <a:srgbClr val="30363D"/>
            </a:solidFill>
            <a:prstDash val="solid"/>
          </a:ln>
        </p:spPr>
      </p:sp>
      <p:sp>
        <p:nvSpPr>
          <p:cNvPr id="1049031" name="Shape 12"/>
          <p:cNvSpPr/>
          <p:nvPr/>
        </p:nvSpPr>
        <p:spPr>
          <a:xfrm>
            <a:off x="4661297" y="1789509"/>
            <a:ext cx="0" cy="1753791"/>
          </a:xfrm>
          <a:prstGeom prst="line"/>
          <a:noFill/>
          <a:ln w="7144">
            <a:solidFill>
              <a:srgbClr val="30363D"/>
            </a:solidFill>
            <a:prstDash val="solid"/>
          </a:ln>
        </p:spPr>
      </p:sp>
      <p:sp>
        <p:nvSpPr>
          <p:cNvPr id="1049032" name="Shape 13"/>
          <p:cNvSpPr/>
          <p:nvPr/>
        </p:nvSpPr>
        <p:spPr>
          <a:xfrm>
            <a:off x="4836319" y="2503884"/>
            <a:ext cx="3614738" cy="0"/>
          </a:xfrm>
          <a:prstGeom prst="line"/>
          <a:noFill/>
          <a:ln w="7144">
            <a:solidFill>
              <a:srgbClr val="30363D"/>
            </a:solidFill>
            <a:prstDash val="dash"/>
          </a:ln>
        </p:spPr>
      </p:sp>
      <p:sp>
        <p:nvSpPr>
          <p:cNvPr id="1049033" name="Shape 14"/>
          <p:cNvSpPr/>
          <p:nvPr/>
        </p:nvSpPr>
        <p:spPr>
          <a:xfrm>
            <a:off x="4836319" y="2796778"/>
            <a:ext cx="3614738" cy="0"/>
          </a:xfrm>
          <a:prstGeom prst="line"/>
          <a:noFill/>
          <a:ln w="7144">
            <a:solidFill>
              <a:srgbClr val="30363D"/>
            </a:solidFill>
            <a:prstDash val="dash"/>
          </a:ln>
        </p:spPr>
      </p:sp>
      <p:sp>
        <p:nvSpPr>
          <p:cNvPr id="1049034" name="Shape 15"/>
          <p:cNvSpPr/>
          <p:nvPr/>
        </p:nvSpPr>
        <p:spPr>
          <a:xfrm>
            <a:off x="4836319" y="3089672"/>
            <a:ext cx="3614738" cy="0"/>
          </a:xfrm>
          <a:prstGeom prst="line"/>
          <a:noFill/>
          <a:ln w="7144">
            <a:solidFill>
              <a:srgbClr val="30363D"/>
            </a:solidFill>
            <a:prstDash val="dash"/>
          </a:ln>
        </p:spPr>
      </p:sp>
      <p:sp>
        <p:nvSpPr>
          <p:cNvPr id="1049035" name="Shape 16"/>
          <p:cNvSpPr/>
          <p:nvPr/>
        </p:nvSpPr>
        <p:spPr>
          <a:xfrm>
            <a:off x="514350" y="4707731"/>
            <a:ext cx="8115300" cy="0"/>
          </a:xfrm>
          <a:prstGeom prst="line"/>
          <a:noFill/>
          <a:ln w="7144">
            <a:solidFill>
              <a:srgbClr val="30363D"/>
            </a:solidFill>
            <a:prstDash val="solid"/>
          </a:ln>
        </p:spPr>
      </p:sp>
      <p:sp>
        <p:nvSpPr>
          <p:cNvPr id="1049036" name="Text 17"/>
          <p:cNvSpPr/>
          <p:nvPr/>
        </p:nvSpPr>
        <p:spPr>
          <a:xfrm>
            <a:off x="514350" y="4818459"/>
            <a:ext cx="91440" cy="91440"/>
          </a:xfrm>
          <a:prstGeom prst="rect"/>
          <a:noFill/>
        </p:spPr>
        <p:txBody>
          <a:bodyPr anchor="ctr" bIns="0" lIns="0" rIns="0" rtlCol="0" tIns="0" wrap="none"/>
          <a:p>
            <a:pPr algn="ctr" indent="0" marL="0">
              <a:buNone/>
            </a:pPr>
            <a:r>
              <a:rPr dirty="0" sz="844" lang="en-US">
                <a:solidFill>
                  <a:srgbClr val="8B949E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▿</a:t>
            </a:r>
            <a:endParaRPr dirty="0" sz="844" lang="en-US"/>
          </a:p>
        </p:txBody>
      </p:sp>
      <p:sp>
        <p:nvSpPr>
          <p:cNvPr id="1049037" name="Text 18"/>
          <p:cNvSpPr/>
          <p:nvPr/>
        </p:nvSpPr>
        <p:spPr>
          <a:xfrm>
            <a:off x="667941" y="4804172"/>
            <a:ext cx="2016212" cy="110728"/>
          </a:xfrm>
          <a:prstGeom prst="rect"/>
          <a:noFill/>
        </p:spPr>
        <p:txBody>
          <a:bodyPr anchor="t" bIns="0" lIns="0" rIns="0" rtlCol="0" tIns="0" wrap="square"/>
          <a:p>
            <a:pPr algn="l" indent="0" marL="0">
              <a:lnSpc>
                <a:spcPts val="928"/>
              </a:lnSpc>
              <a:buNone/>
            </a:pPr>
            <a:r>
              <a:rPr dirty="0" sz="619" lang="en-US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Ingeniería de Software · 3er año · Profesor: ____</a:t>
            </a:r>
            <a:endParaRPr dirty="0" sz="619" lang="en-US"/>
          </a:p>
        </p:txBody>
      </p:sp>
      <p:sp>
        <p:nvSpPr>
          <p:cNvPr id="1049038" name="Text 19"/>
          <p:cNvSpPr/>
          <p:nvPr/>
        </p:nvSpPr>
        <p:spPr>
          <a:xfrm>
            <a:off x="6900863" y="4797028"/>
            <a:ext cx="1832515" cy="117872"/>
          </a:xfrm>
          <a:prstGeom prst="rect"/>
          <a:noFill/>
        </p:spPr>
        <p:txBody>
          <a:bodyPr anchor="t" bIns="0" lIns="0" rIns="0" rtlCol="0" tIns="0" wrap="square"/>
          <a:p>
            <a:pPr algn="l" indent="0" marL="0">
              <a:lnSpc>
                <a:spcPts val="928"/>
              </a:lnSpc>
              <a:buNone/>
            </a:pPr>
            <a:r>
              <a:rPr dirty="0" sz="619" lang="en-US">
                <a:solidFill>
                  <a:srgbClr val="58A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Clase siguiente:</a:t>
            </a:r>
            <a:r>
              <a:rPr dirty="0" sz="619" lang="en-US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GitFlow — ramas por entorno</a:t>
            </a:r>
            <a:endParaRPr dirty="0" sz="619" lang="en-US"/>
          </a:p>
        </p:txBody>
      </p:sp>
      <p:sp>
        <p:nvSpPr>
          <p:cNvPr id="1049039" name="Text 20"/>
          <p:cNvSpPr/>
          <p:nvPr/>
        </p:nvSpPr>
        <p:spPr>
          <a:xfrm>
            <a:off x="4105111" y="445841"/>
            <a:ext cx="933666" cy="212027"/>
          </a:xfrm>
          <a:prstGeom prst="roundRect">
            <a:avLst>
              <a:gd name="adj" fmla="val 4487860"/>
            </a:avLst>
          </a:prstGeom>
          <a:solidFill>
            <a:srgbClr val="58A6FF">
              <a:alpha val="8000"/>
            </a:srgbClr>
          </a:solidFill>
          <a:ln w="7144">
            <a:solidFill>
              <a:srgbClr val="58A6FF"/>
            </a:solidFill>
            <a:prstDash val="solid"/>
          </a:ln>
        </p:spPr>
        <p:txBody>
          <a:bodyPr anchor="ctr" rtlCol="0" wrap="square"/>
          <a:p>
            <a:pPr indent="0" marL="0">
              <a:buNone/>
            </a:pPr>
            <a:endParaRPr dirty="0" lang="en-US"/>
          </a:p>
        </p:txBody>
      </p:sp>
      <p:sp>
        <p:nvSpPr>
          <p:cNvPr id="1049040" name="Text 21"/>
          <p:cNvSpPr/>
          <p:nvPr/>
        </p:nvSpPr>
        <p:spPr>
          <a:xfrm>
            <a:off x="4349428" y="500063"/>
            <a:ext cx="4280222" cy="139654"/>
          </a:xfrm>
          <a:prstGeom prst="rect"/>
          <a:noFill/>
        </p:spPr>
        <p:txBody>
          <a:bodyPr anchor="t" bIns="0" lIns="0" rIns="0" rtlCol="0" tIns="0" wrap="none"/>
          <a:p>
            <a:pPr algn="l" indent="0" marL="0">
              <a:lnSpc>
                <a:spcPts val="928"/>
              </a:lnSpc>
              <a:buNone/>
            </a:pPr>
            <a:r>
              <a:rPr dirty="0" sz="800" kern="0" lang="en-US" spc="25" smtClean="0">
                <a:solidFill>
                  <a:srgbClr val="58A6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CIERRE</a:t>
            </a:r>
            <a:endParaRPr dirty="0" sz="800" lang="en-US"/>
          </a:p>
        </p:txBody>
      </p:sp>
      <p:sp>
        <p:nvSpPr>
          <p:cNvPr id="1049041" name="Text 22"/>
          <p:cNvSpPr/>
          <p:nvPr/>
        </p:nvSpPr>
        <p:spPr>
          <a:xfrm>
            <a:off x="4220840" y="508992"/>
            <a:ext cx="91440" cy="91440"/>
          </a:xfrm>
          <a:prstGeom prst="rect"/>
          <a:noFill/>
        </p:spPr>
        <p:txBody>
          <a:bodyPr anchor="ctr" bIns="0" lIns="0" rIns="0" rtlCol="0" tIns="0" wrap="none"/>
          <a:p>
            <a:pPr algn="ctr" indent="0" marL="0">
              <a:buNone/>
            </a:pPr>
            <a:r>
              <a:rPr dirty="0" sz="844" lang="en-US">
                <a:solidFill>
                  <a:srgbClr val="58A6F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⚑</a:t>
            </a:r>
            <a:endParaRPr dirty="0" sz="844" lang="en-US"/>
          </a:p>
        </p:txBody>
      </p:sp>
      <p:sp>
        <p:nvSpPr>
          <p:cNvPr id="1049042" name="Text 23"/>
          <p:cNvSpPr/>
          <p:nvPr/>
        </p:nvSpPr>
        <p:spPr>
          <a:xfrm>
            <a:off x="0" y="817959"/>
            <a:ext cx="8636000" cy="586359"/>
          </a:xfrm>
          <a:prstGeom prst="rect"/>
          <a:noFill/>
        </p:spPr>
        <p:txBody>
          <a:bodyPr anchor="t" bIns="0" lIns="0" rIns="0" rtlCol="0" tIns="0" wrap="none"/>
          <a:p>
            <a:pPr algn="ctr" indent="0" marL="0">
              <a:lnSpc>
                <a:spcPts val="4275"/>
              </a:lnSpc>
              <a:buNone/>
            </a:pPr>
            <a:r>
              <a:rPr b="1" dirty="0" sz="4275" kern="0" lang="en-US" spc="-86">
                <a:solidFill>
                  <a:srgbClr val="C9D1D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¿</a:t>
            </a:r>
            <a:r>
              <a:rPr b="1" dirty="0" sz="4275" kern="0" lang="en-US" spc="-86">
                <a:solidFill>
                  <a:srgbClr val="58A6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Preguntas</a:t>
            </a:r>
            <a:r>
              <a:rPr b="1" dirty="0" sz="4275" kern="0" lang="en-US" spc="-86">
                <a:solidFill>
                  <a:srgbClr val="C9D1D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?</a:t>
            </a:r>
            <a:endParaRPr dirty="0" sz="4275" lang="en-US"/>
          </a:p>
        </p:txBody>
      </p:sp>
      <p:sp>
        <p:nvSpPr>
          <p:cNvPr id="1049043" name="Text 24"/>
          <p:cNvSpPr/>
          <p:nvPr/>
        </p:nvSpPr>
        <p:spPr>
          <a:xfrm>
            <a:off x="2286000" y="1446609"/>
            <a:ext cx="4572000" cy="185166"/>
          </a:xfrm>
          <a:prstGeom prst="rect"/>
          <a:noFill/>
        </p:spPr>
        <p:txBody>
          <a:bodyPr anchor="t" bIns="0" lIns="0" rIns="0" rtlCol="0" tIns="0" wrap="square"/>
          <a:p>
            <a:pPr algn="ctr" indent="0" marL="0">
              <a:lnSpc>
                <a:spcPts val="1350"/>
              </a:lnSpc>
              <a:buNone/>
            </a:pPr>
            <a:r>
              <a:rPr dirty="0" sz="900" lang="en-US">
                <a:solidFill>
                  <a:srgbClr val="8B949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Abrimos discusión antes de cerrar el bloque de Git.</a:t>
            </a:r>
            <a:endParaRPr dirty="0" sz="900" lang="en-US"/>
          </a:p>
        </p:txBody>
      </p:sp>
      <p:sp>
        <p:nvSpPr>
          <p:cNvPr id="1049044" name="Text 25"/>
          <p:cNvSpPr/>
          <p:nvPr/>
        </p:nvSpPr>
        <p:spPr>
          <a:xfrm>
            <a:off x="514350" y="1789509"/>
            <a:ext cx="3971925" cy="1753791"/>
          </a:xfrm>
          <a:prstGeom prst="roundRect">
            <a:avLst>
              <a:gd name="adj" fmla="val 7604"/>
            </a:avLst>
          </a:prstGeom>
          <a:solidFill>
            <a:srgbClr val="161B22"/>
          </a:solidFill>
        </p:spPr>
        <p:txBody>
          <a:bodyPr anchor="ctr" rtlCol="0" wrap="square"/>
          <a:p>
            <a:pPr indent="0" marL="0">
              <a:buNone/>
            </a:pPr>
            <a:endParaRPr dirty="0" lang="en-US"/>
          </a:p>
        </p:txBody>
      </p:sp>
      <p:sp>
        <p:nvSpPr>
          <p:cNvPr id="1049045" name="Text 26"/>
          <p:cNvSpPr/>
          <p:nvPr/>
        </p:nvSpPr>
        <p:spPr>
          <a:xfrm>
            <a:off x="692944" y="1984177"/>
            <a:ext cx="128588" cy="128588"/>
          </a:xfrm>
          <a:prstGeom prst="rect"/>
          <a:noFill/>
        </p:spPr>
        <p:txBody>
          <a:bodyPr anchor="ctr" bIns="0" lIns="0" rIns="0" rtlCol="0" tIns="0" wrap="none"/>
          <a:p>
            <a:pPr algn="ctr" indent="0" marL="0">
              <a:buNone/>
            </a:pPr>
            <a:r>
              <a:rPr dirty="0" sz="1266" lang="en-US">
                <a:solidFill>
                  <a:srgbClr val="58A6F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endParaRPr dirty="0" sz="1266" lang="en-US"/>
          </a:p>
        </p:txBody>
      </p:sp>
      <p:sp>
        <p:nvSpPr>
          <p:cNvPr id="1049046" name="Text 27"/>
          <p:cNvSpPr/>
          <p:nvPr/>
        </p:nvSpPr>
        <p:spPr>
          <a:xfrm>
            <a:off x="845541" y="1968103"/>
            <a:ext cx="808815" cy="173593"/>
          </a:xfrm>
          <a:prstGeom prst="rect"/>
          <a:noFill/>
        </p:spPr>
        <p:txBody>
          <a:bodyPr anchor="t" bIns="0" lIns="0" rIns="0" rtlCol="0" tIns="0" wrap="none"/>
          <a:p>
            <a:pPr algn="l" indent="0" marL="0">
              <a:lnSpc>
                <a:spcPts val="1266"/>
              </a:lnSpc>
              <a:buNone/>
            </a:pPr>
            <a:r>
              <a:rPr b="1" dirty="0" sz="844" lang="en-US">
                <a:solidFill>
                  <a:srgbClr val="58A6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Hoy cubrimos</a:t>
            </a:r>
            <a:endParaRPr dirty="0" sz="844" lang="en-US"/>
          </a:p>
        </p:txBody>
      </p:sp>
      <p:sp>
        <p:nvSpPr>
          <p:cNvPr id="1049047" name="Text 28"/>
          <p:cNvSpPr/>
          <p:nvPr/>
        </p:nvSpPr>
        <p:spPr>
          <a:xfrm>
            <a:off x="4017496" y="1994892"/>
            <a:ext cx="294620" cy="164592"/>
          </a:xfrm>
          <a:prstGeom prst="rect"/>
          <a:noFill/>
        </p:spPr>
        <p:txBody>
          <a:bodyPr anchor="t" bIns="0" lIns="0" rIns="0" rtlCol="0" tIns="0" wrap="none"/>
          <a:p>
            <a:pPr algn="l" indent="0" marL="0">
              <a:lnSpc>
                <a:spcPts val="844"/>
              </a:lnSpc>
              <a:buNone/>
            </a:pPr>
            <a:r>
              <a:rPr dirty="0" sz="600" lang="en-US">
                <a:solidFill>
                  <a:srgbClr val="8B949E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4 / 4 ✓</a:t>
            </a:r>
            <a:endParaRPr dirty="0" sz="600" lang="en-US"/>
          </a:p>
        </p:txBody>
      </p:sp>
      <p:sp>
        <p:nvSpPr>
          <p:cNvPr id="1049048" name="Text 29"/>
          <p:cNvSpPr/>
          <p:nvPr/>
        </p:nvSpPr>
        <p:spPr>
          <a:xfrm>
            <a:off x="696516" y="2282428"/>
            <a:ext cx="150019" cy="150019"/>
          </a:xfrm>
          <a:prstGeom prst="roundRect">
            <a:avLst>
              <a:gd name="adj" fmla="val 38095"/>
            </a:avLst>
          </a:prstGeom>
          <a:solidFill>
            <a:srgbClr val="2DA44E">
              <a:alpha val="12000"/>
            </a:srgbClr>
          </a:solidFill>
          <a:ln w="7144">
            <a:solidFill>
              <a:srgbClr val="2DA44E"/>
            </a:solidFill>
            <a:prstDash val="solid"/>
          </a:ln>
        </p:spPr>
        <p:txBody>
          <a:bodyPr anchor="ctr" rtlCol="0" wrap="square"/>
          <a:p>
            <a:pPr indent="0" marL="0">
              <a:buNone/>
            </a:pPr>
            <a:endParaRPr dirty="0" lang="en-US"/>
          </a:p>
        </p:txBody>
      </p:sp>
      <p:sp>
        <p:nvSpPr>
          <p:cNvPr id="1049049" name="Text 30"/>
          <p:cNvSpPr/>
          <p:nvPr/>
        </p:nvSpPr>
        <p:spPr>
          <a:xfrm>
            <a:off x="699016" y="2284928"/>
            <a:ext cx="145018" cy="145018"/>
          </a:xfrm>
          <a:prstGeom prst="rect"/>
          <a:noFill/>
        </p:spPr>
        <p:txBody>
          <a:bodyPr anchor="ctr" bIns="0" lIns="0" rIns="0" rtlCol="0" tIns="0" wrap="none"/>
          <a:p>
            <a:pPr algn="ctr" indent="0" marL="0">
              <a:buNone/>
            </a:pPr>
            <a:r>
              <a:rPr dirty="0" sz="984" lang="en-US">
                <a:solidFill>
                  <a:srgbClr val="2DA44E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endParaRPr dirty="0" sz="984" lang="en-US"/>
          </a:p>
        </p:txBody>
      </p:sp>
      <p:sp>
        <p:nvSpPr>
          <p:cNvPr id="1049050" name="Text 31"/>
          <p:cNvSpPr/>
          <p:nvPr/>
        </p:nvSpPr>
        <p:spPr>
          <a:xfrm>
            <a:off x="950119" y="2282428"/>
            <a:ext cx="3357563" cy="153591"/>
          </a:xfrm>
          <a:prstGeom prst="rect"/>
          <a:noFill/>
        </p:spPr>
        <p:txBody>
          <a:bodyPr anchor="t" bIns="0" lIns="0" rIns="0" rtlCol="0" tIns="0" wrap="none"/>
          <a:p>
            <a:pPr algn="l" indent="0" marL="0">
              <a:lnSpc>
                <a:spcPts val="1181"/>
              </a:lnSpc>
              <a:buNone/>
            </a:pPr>
            <a:r>
              <a:rPr dirty="0" sz="800" lang="en-US">
                <a:solidFill>
                  <a:srgbClr val="C9D1D9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Modelo de Git: 3 áreas</a:t>
            </a:r>
            <a:endParaRPr dirty="0" sz="800" lang="en-US"/>
          </a:p>
        </p:txBody>
      </p:sp>
      <p:sp>
        <p:nvSpPr>
          <p:cNvPr id="1049051" name="Text 32"/>
          <p:cNvSpPr/>
          <p:nvPr/>
        </p:nvSpPr>
        <p:spPr>
          <a:xfrm>
            <a:off x="696516" y="2575322"/>
            <a:ext cx="150019" cy="150019"/>
          </a:xfrm>
          <a:prstGeom prst="roundRect">
            <a:avLst>
              <a:gd name="adj" fmla="val 38095"/>
            </a:avLst>
          </a:prstGeom>
          <a:solidFill>
            <a:srgbClr val="2DA44E">
              <a:alpha val="12000"/>
            </a:srgbClr>
          </a:solidFill>
          <a:ln w="7144">
            <a:solidFill>
              <a:srgbClr val="2DA44E"/>
            </a:solidFill>
            <a:prstDash val="solid"/>
          </a:ln>
        </p:spPr>
        <p:txBody>
          <a:bodyPr anchor="ctr" rtlCol="0" wrap="square"/>
          <a:p>
            <a:pPr indent="0" marL="0">
              <a:buNone/>
            </a:pPr>
            <a:endParaRPr dirty="0" lang="en-US"/>
          </a:p>
        </p:txBody>
      </p:sp>
      <p:sp>
        <p:nvSpPr>
          <p:cNvPr id="1049052" name="Text 33"/>
          <p:cNvSpPr/>
          <p:nvPr/>
        </p:nvSpPr>
        <p:spPr>
          <a:xfrm>
            <a:off x="699016" y="2577822"/>
            <a:ext cx="145018" cy="145018"/>
          </a:xfrm>
          <a:prstGeom prst="rect"/>
          <a:noFill/>
        </p:spPr>
        <p:txBody>
          <a:bodyPr anchor="ctr" bIns="0" lIns="0" rIns="0" rtlCol="0" tIns="0" wrap="none"/>
          <a:p>
            <a:pPr algn="ctr" indent="0" marL="0">
              <a:buNone/>
            </a:pPr>
            <a:r>
              <a:rPr dirty="0" sz="984" lang="en-US">
                <a:solidFill>
                  <a:srgbClr val="2DA44E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endParaRPr dirty="0" sz="984" lang="en-US"/>
          </a:p>
        </p:txBody>
      </p:sp>
      <p:sp>
        <p:nvSpPr>
          <p:cNvPr id="1049053" name="Text 34"/>
          <p:cNvSpPr/>
          <p:nvPr/>
        </p:nvSpPr>
        <p:spPr>
          <a:xfrm>
            <a:off x="950119" y="2575322"/>
            <a:ext cx="3467291" cy="153591"/>
          </a:xfrm>
          <a:prstGeom prst="rect"/>
          <a:noFill/>
        </p:spPr>
        <p:txBody>
          <a:bodyPr anchor="t" bIns="0" lIns="0" rIns="0" rtlCol="0" tIns="0" wrap="square"/>
          <a:p>
            <a:pPr algn="l" indent="0" marL="0">
              <a:lnSpc>
                <a:spcPts val="1181"/>
              </a:lnSpc>
              <a:buNone/>
            </a:pPr>
            <a:r>
              <a:rPr dirty="0" sz="800" lang="en-US">
                <a:solidFill>
                  <a:srgbClr val="C9D1D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Flujo básico </a:t>
            </a:r>
            <a:r>
              <a:rPr dirty="0" sz="800" lang="en-US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init → add → commit</a:t>
            </a:r>
            <a:endParaRPr dirty="0" sz="800" lang="en-US"/>
          </a:p>
        </p:txBody>
      </p:sp>
      <p:sp>
        <p:nvSpPr>
          <p:cNvPr id="1049054" name="Text 35"/>
          <p:cNvSpPr/>
          <p:nvPr/>
        </p:nvSpPr>
        <p:spPr>
          <a:xfrm>
            <a:off x="696516" y="2868216"/>
            <a:ext cx="150019" cy="150019"/>
          </a:xfrm>
          <a:prstGeom prst="roundRect">
            <a:avLst>
              <a:gd name="adj" fmla="val 38095"/>
            </a:avLst>
          </a:prstGeom>
          <a:solidFill>
            <a:srgbClr val="2DA44E">
              <a:alpha val="12000"/>
            </a:srgbClr>
          </a:solidFill>
          <a:ln w="7144">
            <a:solidFill>
              <a:srgbClr val="2DA44E"/>
            </a:solidFill>
            <a:prstDash val="solid"/>
          </a:ln>
        </p:spPr>
        <p:txBody>
          <a:bodyPr anchor="ctr" rtlCol="0" wrap="square"/>
          <a:p>
            <a:pPr indent="0" marL="0">
              <a:buNone/>
            </a:pPr>
            <a:endParaRPr dirty="0" lang="en-US"/>
          </a:p>
        </p:txBody>
      </p:sp>
      <p:sp>
        <p:nvSpPr>
          <p:cNvPr id="1049055" name="Text 36"/>
          <p:cNvSpPr/>
          <p:nvPr/>
        </p:nvSpPr>
        <p:spPr>
          <a:xfrm>
            <a:off x="699016" y="2870716"/>
            <a:ext cx="145018" cy="145018"/>
          </a:xfrm>
          <a:prstGeom prst="rect"/>
          <a:noFill/>
        </p:spPr>
        <p:txBody>
          <a:bodyPr anchor="ctr" bIns="0" lIns="0" rIns="0" rtlCol="0" tIns="0" wrap="none"/>
          <a:p>
            <a:pPr algn="ctr" indent="0" marL="0">
              <a:buNone/>
            </a:pPr>
            <a:r>
              <a:rPr dirty="0" sz="984" lang="en-US">
                <a:solidFill>
                  <a:srgbClr val="2DA44E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endParaRPr dirty="0" sz="984" lang="en-US"/>
          </a:p>
        </p:txBody>
      </p:sp>
      <p:sp>
        <p:nvSpPr>
          <p:cNvPr id="1049056" name="Text 37"/>
          <p:cNvSpPr/>
          <p:nvPr/>
        </p:nvSpPr>
        <p:spPr>
          <a:xfrm>
            <a:off x="950119" y="2868216"/>
            <a:ext cx="3357563" cy="153591"/>
          </a:xfrm>
          <a:prstGeom prst="rect"/>
          <a:noFill/>
        </p:spPr>
        <p:txBody>
          <a:bodyPr anchor="t" bIns="0" lIns="0" rIns="0" rtlCol="0" tIns="0" wrap="none"/>
          <a:p>
            <a:pPr algn="l" indent="0" marL="0">
              <a:lnSpc>
                <a:spcPts val="1181"/>
              </a:lnSpc>
              <a:buNone/>
            </a:pPr>
            <a:r>
              <a:rPr dirty="0" sz="800" lang="en-US">
                <a:solidFill>
                  <a:srgbClr val="C9D1D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Branch + merge + log</a:t>
            </a:r>
            <a:endParaRPr dirty="0" sz="800" lang="en-US"/>
          </a:p>
        </p:txBody>
      </p:sp>
      <p:sp>
        <p:nvSpPr>
          <p:cNvPr id="1049057" name="Text 38"/>
          <p:cNvSpPr/>
          <p:nvPr/>
        </p:nvSpPr>
        <p:spPr>
          <a:xfrm>
            <a:off x="696516" y="3161109"/>
            <a:ext cx="150019" cy="150019"/>
          </a:xfrm>
          <a:prstGeom prst="roundRect">
            <a:avLst>
              <a:gd name="adj" fmla="val 38095"/>
            </a:avLst>
          </a:prstGeom>
          <a:solidFill>
            <a:srgbClr val="2DA44E">
              <a:alpha val="12000"/>
            </a:srgbClr>
          </a:solidFill>
          <a:ln w="7144">
            <a:solidFill>
              <a:srgbClr val="2DA44E"/>
            </a:solidFill>
            <a:prstDash val="solid"/>
          </a:ln>
        </p:spPr>
        <p:txBody>
          <a:bodyPr anchor="ctr" rtlCol="0" wrap="square"/>
          <a:p>
            <a:pPr indent="0" marL="0">
              <a:buNone/>
            </a:pPr>
            <a:endParaRPr dirty="0" lang="en-US"/>
          </a:p>
        </p:txBody>
      </p:sp>
      <p:sp>
        <p:nvSpPr>
          <p:cNvPr id="1049058" name="Text 39"/>
          <p:cNvSpPr/>
          <p:nvPr/>
        </p:nvSpPr>
        <p:spPr>
          <a:xfrm>
            <a:off x="699016" y="3163610"/>
            <a:ext cx="145018" cy="145018"/>
          </a:xfrm>
          <a:prstGeom prst="rect"/>
          <a:noFill/>
        </p:spPr>
        <p:txBody>
          <a:bodyPr anchor="ctr" bIns="0" lIns="0" rIns="0" rtlCol="0" tIns="0" wrap="none"/>
          <a:p>
            <a:pPr algn="ctr" indent="0" marL="0">
              <a:buNone/>
            </a:pPr>
            <a:r>
              <a:rPr dirty="0" sz="984" lang="en-US">
                <a:solidFill>
                  <a:srgbClr val="2DA44E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endParaRPr dirty="0" sz="984" lang="en-US"/>
          </a:p>
        </p:txBody>
      </p:sp>
      <p:sp>
        <p:nvSpPr>
          <p:cNvPr id="1049059" name="Text 40"/>
          <p:cNvSpPr/>
          <p:nvPr/>
        </p:nvSpPr>
        <p:spPr>
          <a:xfrm>
            <a:off x="950119" y="3161109"/>
            <a:ext cx="3357563" cy="164592"/>
          </a:xfrm>
          <a:prstGeom prst="rect"/>
          <a:noFill/>
        </p:spPr>
        <p:txBody>
          <a:bodyPr anchor="t" bIns="0" lIns="0" rIns="0" rtlCol="0" tIns="0" wrap="none"/>
          <a:p>
            <a:pPr algn="l" indent="0" marL="0">
              <a:lnSpc>
                <a:spcPts val="1181"/>
              </a:lnSpc>
              <a:buNone/>
            </a:pPr>
            <a:r>
              <a:rPr dirty="0" sz="800" lang="en-US">
                <a:solidFill>
                  <a:srgbClr val="C9D1D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Push remoto + pipeline CI</a:t>
            </a:r>
            <a:endParaRPr dirty="0" sz="800" lang="en-US"/>
          </a:p>
        </p:txBody>
      </p:sp>
      <p:sp>
        <p:nvSpPr>
          <p:cNvPr id="1049060" name="Text 41"/>
          <p:cNvSpPr/>
          <p:nvPr/>
        </p:nvSpPr>
        <p:spPr>
          <a:xfrm>
            <a:off x="4657725" y="1789509"/>
            <a:ext cx="3971925" cy="1753791"/>
          </a:xfrm>
          <a:prstGeom prst="roundRect">
            <a:avLst>
              <a:gd name="adj" fmla="val 7604"/>
            </a:avLst>
          </a:prstGeom>
          <a:solidFill>
            <a:srgbClr val="161B22"/>
          </a:solidFill>
        </p:spPr>
        <p:txBody>
          <a:bodyPr anchor="ctr" rtlCol="0" wrap="square"/>
          <a:p>
            <a:pPr indent="0" marL="0">
              <a:buNone/>
            </a:pPr>
            <a:endParaRPr dirty="0" lang="en-US"/>
          </a:p>
        </p:txBody>
      </p:sp>
      <p:sp>
        <p:nvSpPr>
          <p:cNvPr id="1049061" name="Text 42"/>
          <p:cNvSpPr/>
          <p:nvPr/>
        </p:nvSpPr>
        <p:spPr>
          <a:xfrm>
            <a:off x="4836319" y="1984177"/>
            <a:ext cx="128588" cy="128588"/>
          </a:xfrm>
          <a:prstGeom prst="rect"/>
          <a:noFill/>
        </p:spPr>
        <p:txBody>
          <a:bodyPr anchor="ctr" bIns="0" lIns="0" rIns="0" rtlCol="0" tIns="0" wrap="none"/>
          <a:p>
            <a:pPr algn="ctr" indent="0" marL="0">
              <a:buNone/>
            </a:pPr>
            <a:r>
              <a:rPr dirty="0" sz="1266" lang="en-US">
                <a:solidFill>
                  <a:srgbClr val="F78166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dirty="0" sz="1266" lang="en-US"/>
          </a:p>
        </p:txBody>
      </p:sp>
      <p:sp>
        <p:nvSpPr>
          <p:cNvPr id="1049062" name="Text 43"/>
          <p:cNvSpPr/>
          <p:nvPr/>
        </p:nvSpPr>
        <p:spPr>
          <a:xfrm>
            <a:off x="4970473" y="1968103"/>
            <a:ext cx="865715" cy="173593"/>
          </a:xfrm>
          <a:prstGeom prst="rect"/>
          <a:noFill/>
        </p:spPr>
        <p:txBody>
          <a:bodyPr anchor="t" bIns="0" lIns="0" rIns="0" rtlCol="0" tIns="0" wrap="none"/>
          <a:p>
            <a:pPr algn="l" indent="0" marL="0">
              <a:lnSpc>
                <a:spcPts val="1266"/>
              </a:lnSpc>
              <a:buNone/>
            </a:pPr>
            <a:r>
              <a:rPr b="1" dirty="0" sz="844" lang="en-US" err="1" smtClean="0">
                <a:solidFill>
                  <a:srgbClr val="F78166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Próximamente</a:t>
            </a:r>
            <a:endParaRPr dirty="0" sz="844" lang="en-US"/>
          </a:p>
        </p:txBody>
      </p:sp>
      <p:sp>
        <p:nvSpPr>
          <p:cNvPr id="1049063" name="Text 44"/>
          <p:cNvSpPr/>
          <p:nvPr/>
        </p:nvSpPr>
        <p:spPr>
          <a:xfrm>
            <a:off x="8140067" y="1994892"/>
            <a:ext cx="371947" cy="164592"/>
          </a:xfrm>
          <a:prstGeom prst="rect"/>
          <a:noFill/>
        </p:spPr>
        <p:txBody>
          <a:bodyPr anchor="t" bIns="0" lIns="0" rIns="0" rtlCol="0" tIns="0" wrap="square"/>
          <a:p>
            <a:pPr algn="l" indent="0" marL="0">
              <a:lnSpc>
                <a:spcPts val="844"/>
              </a:lnSpc>
              <a:buNone/>
            </a:pPr>
            <a:r>
              <a:rPr dirty="0" sz="600" lang="en-US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GitFlow</a:t>
            </a:r>
            <a:endParaRPr dirty="0" sz="600" lang="en-US"/>
          </a:p>
        </p:txBody>
      </p:sp>
      <p:sp>
        <p:nvSpPr>
          <p:cNvPr id="1049064" name="Text 45"/>
          <p:cNvSpPr/>
          <p:nvPr/>
        </p:nvSpPr>
        <p:spPr>
          <a:xfrm>
            <a:off x="4839891" y="2282428"/>
            <a:ext cx="150019" cy="150019"/>
          </a:xfrm>
          <a:prstGeom prst="roundRect">
            <a:avLst>
              <a:gd name="adj" fmla="val 38095"/>
            </a:avLst>
          </a:prstGeom>
          <a:solidFill>
            <a:srgbClr val="21262D"/>
          </a:solidFill>
          <a:ln w="7144">
            <a:solidFill>
              <a:srgbClr val="30363D"/>
            </a:solidFill>
            <a:prstDash val="solid"/>
          </a:ln>
        </p:spPr>
        <p:txBody>
          <a:bodyPr anchor="ctr" rtlCol="0" wrap="square"/>
          <a:p>
            <a:pPr indent="0" marL="0">
              <a:buNone/>
            </a:pPr>
            <a:endParaRPr dirty="0" lang="en-US"/>
          </a:p>
        </p:txBody>
      </p:sp>
      <p:sp>
        <p:nvSpPr>
          <p:cNvPr id="1049065" name="Text 46"/>
          <p:cNvSpPr/>
          <p:nvPr/>
        </p:nvSpPr>
        <p:spPr>
          <a:xfrm>
            <a:off x="4842391" y="2284928"/>
            <a:ext cx="145018" cy="145018"/>
          </a:xfrm>
          <a:prstGeom prst="rect"/>
          <a:noFill/>
        </p:spPr>
        <p:txBody>
          <a:bodyPr anchor="ctr" bIns="0" lIns="0" rIns="0" rtlCol="0" tIns="0" wrap="none"/>
          <a:p>
            <a:pPr algn="ctr" indent="0" marL="0">
              <a:buNone/>
            </a:pPr>
            <a:r>
              <a:rPr dirty="0" sz="984" lang="en-US">
                <a:solidFill>
                  <a:srgbClr val="8B949E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→</a:t>
            </a:r>
            <a:endParaRPr dirty="0" sz="984" lang="en-US"/>
          </a:p>
        </p:txBody>
      </p:sp>
      <p:sp>
        <p:nvSpPr>
          <p:cNvPr id="1049066" name="Text 47"/>
          <p:cNvSpPr/>
          <p:nvPr/>
        </p:nvSpPr>
        <p:spPr>
          <a:xfrm>
            <a:off x="5093494" y="2282428"/>
            <a:ext cx="3357563" cy="153591"/>
          </a:xfrm>
          <a:prstGeom prst="rect"/>
          <a:noFill/>
        </p:spPr>
        <p:txBody>
          <a:bodyPr anchor="t" bIns="0" lIns="0" rIns="0" rtlCol="0" tIns="0" wrap="square"/>
          <a:p>
            <a:pPr algn="l" indent="0" marL="0">
              <a:lnSpc>
                <a:spcPts val="1181"/>
              </a:lnSpc>
              <a:buNone/>
            </a:pPr>
            <a:r>
              <a:rPr dirty="0" sz="800" lang="en-US">
                <a:solidFill>
                  <a:srgbClr val="C9D1D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GitFlow: </a:t>
            </a:r>
            <a:r>
              <a:rPr dirty="0" sz="800" lang="en-US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master/develop/feature/release/hotfix</a:t>
            </a:r>
            <a:endParaRPr dirty="0" sz="800" lang="en-US"/>
          </a:p>
        </p:txBody>
      </p:sp>
      <p:sp>
        <p:nvSpPr>
          <p:cNvPr id="1049067" name="Text 48"/>
          <p:cNvSpPr/>
          <p:nvPr/>
        </p:nvSpPr>
        <p:spPr>
          <a:xfrm>
            <a:off x="4839891" y="2575322"/>
            <a:ext cx="150019" cy="150019"/>
          </a:xfrm>
          <a:prstGeom prst="roundRect">
            <a:avLst>
              <a:gd name="adj" fmla="val 38095"/>
            </a:avLst>
          </a:prstGeom>
          <a:solidFill>
            <a:srgbClr val="21262D"/>
          </a:solidFill>
          <a:ln w="7144">
            <a:solidFill>
              <a:srgbClr val="30363D"/>
            </a:solidFill>
            <a:prstDash val="solid"/>
          </a:ln>
        </p:spPr>
        <p:txBody>
          <a:bodyPr anchor="ctr" rtlCol="0" wrap="square"/>
          <a:p>
            <a:pPr indent="0" marL="0">
              <a:buNone/>
            </a:pPr>
            <a:endParaRPr dirty="0" lang="en-US"/>
          </a:p>
        </p:txBody>
      </p:sp>
      <p:sp>
        <p:nvSpPr>
          <p:cNvPr id="1049068" name="Text 49"/>
          <p:cNvSpPr/>
          <p:nvPr/>
        </p:nvSpPr>
        <p:spPr>
          <a:xfrm>
            <a:off x="4842391" y="2577822"/>
            <a:ext cx="145018" cy="145018"/>
          </a:xfrm>
          <a:prstGeom prst="rect"/>
          <a:noFill/>
        </p:spPr>
        <p:txBody>
          <a:bodyPr anchor="ctr" bIns="0" lIns="0" rIns="0" rtlCol="0" tIns="0" wrap="none"/>
          <a:p>
            <a:pPr algn="ctr" indent="0" marL="0">
              <a:buNone/>
            </a:pPr>
            <a:r>
              <a:rPr dirty="0" sz="984" lang="en-US">
                <a:solidFill>
                  <a:srgbClr val="8B949E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→</a:t>
            </a:r>
            <a:endParaRPr dirty="0" sz="984" lang="en-US"/>
          </a:p>
        </p:txBody>
      </p:sp>
      <p:sp>
        <p:nvSpPr>
          <p:cNvPr id="1049069" name="Text 50"/>
          <p:cNvSpPr/>
          <p:nvPr/>
        </p:nvSpPr>
        <p:spPr>
          <a:xfrm>
            <a:off x="5093494" y="2575322"/>
            <a:ext cx="3467291" cy="153591"/>
          </a:xfrm>
          <a:prstGeom prst="rect"/>
          <a:noFill/>
        </p:spPr>
        <p:txBody>
          <a:bodyPr anchor="t" bIns="0" lIns="0" rIns="0" rtlCol="0" tIns="0" wrap="square"/>
          <a:p>
            <a:pPr algn="l" indent="0" marL="0">
              <a:lnSpc>
                <a:spcPts val="1181"/>
              </a:lnSpc>
              <a:buNone/>
            </a:pPr>
            <a:r>
              <a:rPr dirty="0" sz="800" lang="en-US">
                <a:solidFill>
                  <a:srgbClr val="C9D1D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Ramas por entorno y versionado semántico</a:t>
            </a:r>
            <a:endParaRPr dirty="0" sz="800" lang="en-US"/>
          </a:p>
        </p:txBody>
      </p:sp>
      <p:sp>
        <p:nvSpPr>
          <p:cNvPr id="1049070" name="Text 51"/>
          <p:cNvSpPr/>
          <p:nvPr/>
        </p:nvSpPr>
        <p:spPr>
          <a:xfrm>
            <a:off x="4839891" y="2868216"/>
            <a:ext cx="150019" cy="150019"/>
          </a:xfrm>
          <a:prstGeom prst="roundRect">
            <a:avLst>
              <a:gd name="adj" fmla="val 38095"/>
            </a:avLst>
          </a:prstGeom>
          <a:solidFill>
            <a:srgbClr val="21262D"/>
          </a:solidFill>
          <a:ln w="7144">
            <a:solidFill>
              <a:srgbClr val="30363D"/>
            </a:solidFill>
            <a:prstDash val="solid"/>
          </a:ln>
        </p:spPr>
        <p:txBody>
          <a:bodyPr anchor="ctr" rtlCol="0" wrap="square"/>
          <a:p>
            <a:pPr indent="0" marL="0">
              <a:buNone/>
            </a:pPr>
            <a:endParaRPr dirty="0" lang="en-US"/>
          </a:p>
        </p:txBody>
      </p:sp>
      <p:sp>
        <p:nvSpPr>
          <p:cNvPr id="1049071" name="Text 52"/>
          <p:cNvSpPr/>
          <p:nvPr/>
        </p:nvSpPr>
        <p:spPr>
          <a:xfrm>
            <a:off x="4842391" y="2870716"/>
            <a:ext cx="145018" cy="145018"/>
          </a:xfrm>
          <a:prstGeom prst="rect"/>
          <a:noFill/>
        </p:spPr>
        <p:txBody>
          <a:bodyPr anchor="ctr" bIns="0" lIns="0" rIns="0" rtlCol="0" tIns="0" wrap="none"/>
          <a:p>
            <a:pPr algn="ctr" indent="0" marL="0">
              <a:buNone/>
            </a:pPr>
            <a:r>
              <a:rPr dirty="0" sz="984" lang="en-US">
                <a:solidFill>
                  <a:srgbClr val="8B949E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→</a:t>
            </a:r>
            <a:endParaRPr dirty="0" sz="984" lang="en-US"/>
          </a:p>
        </p:txBody>
      </p:sp>
      <p:sp>
        <p:nvSpPr>
          <p:cNvPr id="1049072" name="Text 53"/>
          <p:cNvSpPr/>
          <p:nvPr/>
        </p:nvSpPr>
        <p:spPr>
          <a:xfrm>
            <a:off x="5093494" y="2868216"/>
            <a:ext cx="3467291" cy="153591"/>
          </a:xfrm>
          <a:prstGeom prst="rect"/>
          <a:noFill/>
        </p:spPr>
        <p:txBody>
          <a:bodyPr anchor="t" bIns="0" lIns="0" rIns="0" rtlCol="0" tIns="0" wrap="square"/>
          <a:p>
            <a:pPr algn="l" indent="0" marL="0">
              <a:lnSpc>
                <a:spcPts val="1181"/>
              </a:lnSpc>
              <a:buNone/>
            </a:pPr>
            <a:r>
              <a:rPr dirty="0" sz="800" lang="en-US">
                <a:solidFill>
                  <a:srgbClr val="C9D1D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Pull requests + code review</a:t>
            </a:r>
            <a:endParaRPr dirty="0" sz="800" lang="en-US"/>
          </a:p>
        </p:txBody>
      </p:sp>
      <p:sp>
        <p:nvSpPr>
          <p:cNvPr id="1049073" name="Text 54"/>
          <p:cNvSpPr/>
          <p:nvPr/>
        </p:nvSpPr>
        <p:spPr>
          <a:xfrm>
            <a:off x="4839891" y="3161109"/>
            <a:ext cx="150019" cy="150019"/>
          </a:xfrm>
          <a:prstGeom prst="roundRect">
            <a:avLst>
              <a:gd name="adj" fmla="val 38095"/>
            </a:avLst>
          </a:prstGeom>
          <a:solidFill>
            <a:srgbClr val="21262D"/>
          </a:solidFill>
          <a:ln w="7144">
            <a:solidFill>
              <a:srgbClr val="30363D"/>
            </a:solidFill>
            <a:prstDash val="solid"/>
          </a:ln>
        </p:spPr>
        <p:txBody>
          <a:bodyPr anchor="ctr" rtlCol="0" wrap="square"/>
          <a:p>
            <a:pPr indent="0" marL="0">
              <a:buNone/>
            </a:pPr>
            <a:endParaRPr dirty="0" lang="en-US"/>
          </a:p>
        </p:txBody>
      </p:sp>
      <p:sp>
        <p:nvSpPr>
          <p:cNvPr id="1049074" name="Text 55"/>
          <p:cNvSpPr/>
          <p:nvPr/>
        </p:nvSpPr>
        <p:spPr>
          <a:xfrm>
            <a:off x="4842391" y="3163610"/>
            <a:ext cx="145018" cy="145018"/>
          </a:xfrm>
          <a:prstGeom prst="rect"/>
          <a:noFill/>
        </p:spPr>
        <p:txBody>
          <a:bodyPr anchor="ctr" bIns="0" lIns="0" rIns="0" rtlCol="0" tIns="0" wrap="none"/>
          <a:p>
            <a:pPr algn="ctr" indent="0" marL="0">
              <a:buNone/>
            </a:pPr>
            <a:r>
              <a:rPr dirty="0" sz="984" lang="en-US">
                <a:solidFill>
                  <a:srgbClr val="8B949E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→</a:t>
            </a:r>
            <a:endParaRPr dirty="0" sz="984" lang="en-US"/>
          </a:p>
        </p:txBody>
      </p:sp>
      <p:sp>
        <p:nvSpPr>
          <p:cNvPr id="1049075" name="Text 56"/>
          <p:cNvSpPr/>
          <p:nvPr/>
        </p:nvSpPr>
        <p:spPr>
          <a:xfrm>
            <a:off x="5093494" y="3161109"/>
            <a:ext cx="3467291" cy="164592"/>
          </a:xfrm>
          <a:prstGeom prst="rect"/>
          <a:noFill/>
        </p:spPr>
        <p:txBody>
          <a:bodyPr anchor="t" bIns="0" lIns="0" rIns="0" rtlCol="0" tIns="0" wrap="square"/>
          <a:p>
            <a:pPr algn="l" indent="0" marL="0">
              <a:lnSpc>
                <a:spcPts val="1181"/>
              </a:lnSpc>
              <a:buNone/>
            </a:pPr>
            <a:r>
              <a:rPr dirty="0" sz="800" lang="en-US">
                <a:solidFill>
                  <a:srgbClr val="C9D1D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Estrategia trunk-based vs GitFlow</a:t>
            </a:r>
            <a:endParaRPr dirty="0" sz="800" lang="en-US"/>
          </a:p>
        </p:txBody>
      </p:sp>
    </p:spTree>
  </p:cSld>
  <p:clrMapOvr>
    <a:masterClrMapping/>
  </p:clrMapOvr>
  <p:timing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4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079" name="Text 0"/>
          <p:cNvSpPr/>
          <p:nvPr/>
        </p:nvSpPr>
        <p:spPr>
          <a:xfrm>
            <a:off x="2192038" y="3143250"/>
            <a:ext cx="5947200" cy="2000250"/>
          </a:xfrm>
          <a:prstGeom prst="rect"/>
          <a:noFill/>
        </p:spPr>
        <p:txBody>
          <a:bodyPr anchor="t" bIns="0" lIns="0" rIns="0" rtlCol="0" tIns="0" wrap="square"/>
          <a:p>
            <a:pPr algn="l" indent="0" marL="0">
              <a:lnSpc>
                <a:spcPts val="21375"/>
              </a:lnSpc>
              <a:buNone/>
            </a:pPr>
            <a:r>
              <a:rPr b="1" dirty="0" sz="21375" kern="0" lang="en-US" spc="-855">
                <a:solidFill>
                  <a:srgbClr val="58A6FF">
                    <a:alpha val="4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git</a:t>
            </a:r>
            <a:endParaRPr dirty="0" sz="21375" lang="en-US"/>
          </a:p>
        </p:txBody>
      </p:sp>
      <p:sp>
        <p:nvSpPr>
          <p:cNvPr id="1049080" name="Text 1"/>
          <p:cNvSpPr/>
          <p:nvPr/>
        </p:nvSpPr>
        <p:spPr>
          <a:xfrm>
            <a:off x="460772" y="403622"/>
            <a:ext cx="2825576" cy="182166"/>
          </a:xfrm>
          <a:prstGeom prst="roundRect">
            <a:avLst>
              <a:gd name="adj" fmla="val 5223519"/>
            </a:avLst>
          </a:prstGeom>
          <a:solidFill>
            <a:srgbClr val="161B22"/>
          </a:solidFill>
          <a:ln w="7144">
            <a:solidFill>
              <a:srgbClr val="30363D"/>
            </a:solidFill>
            <a:prstDash val="solid"/>
          </a:ln>
        </p:spPr>
        <p:txBody>
          <a:bodyPr anchor="ctr" rtlCol="0" wrap="square"/>
          <a:p>
            <a:pPr indent="0" marL="0">
              <a:buNone/>
            </a:pPr>
            <a:endParaRPr dirty="0" lang="en-US"/>
          </a:p>
        </p:txBody>
      </p:sp>
      <p:sp>
        <p:nvSpPr>
          <p:cNvPr id="1049081" name="Text 2"/>
          <p:cNvSpPr/>
          <p:nvPr/>
        </p:nvSpPr>
        <p:spPr>
          <a:xfrm>
            <a:off x="685800" y="442913"/>
            <a:ext cx="2511251" cy="139654"/>
          </a:xfrm>
          <a:prstGeom prst="rect"/>
          <a:noFill/>
        </p:spPr>
        <p:txBody>
          <a:bodyPr anchor="t" bIns="28575" lIns="85725" rIns="85725" rtlCol="0" tIns="28575" wrap="square"/>
          <a:p>
            <a:pPr algn="l" indent="0" marL="0">
              <a:lnSpc>
                <a:spcPts val="928"/>
              </a:lnSpc>
              <a:buNone/>
            </a:pPr>
            <a:r>
              <a:rPr dirty="0" sz="619" kern="0" lang="en-US" spc="25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INGENIERÍA DE SOFTWARE </a:t>
            </a:r>
            <a:r>
              <a:rPr dirty="0" sz="619" kern="0" lang="en-US" spc="25" smtClean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·</a:t>
            </a:r>
            <a:endParaRPr dirty="0" sz="619" lang="en-US"/>
          </a:p>
        </p:txBody>
      </p:sp>
      <p:sp>
        <p:nvSpPr>
          <p:cNvPr id="1049082" name="Text 3"/>
          <p:cNvSpPr/>
          <p:nvPr/>
        </p:nvSpPr>
        <p:spPr>
          <a:xfrm>
            <a:off x="550069" y="448270"/>
            <a:ext cx="92869" cy="92869"/>
          </a:xfrm>
          <a:prstGeom prst="rect"/>
          <a:noFill/>
        </p:spPr>
        <p:txBody>
          <a:bodyPr anchor="ctr" bIns="0" lIns="0" rIns="0" rtlCol="0" tIns="0" wrap="none"/>
          <a:p>
            <a:pPr algn="ctr" indent="0" marL="0">
              <a:buNone/>
            </a:pPr>
            <a:r>
              <a:rPr dirty="0" sz="914" lang="en-US">
                <a:solidFill>
                  <a:srgbClr val="58A6F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▿</a:t>
            </a:r>
            <a:endParaRPr dirty="0" sz="914" lang="en-US"/>
          </a:p>
        </p:txBody>
      </p:sp>
      <p:sp>
        <p:nvSpPr>
          <p:cNvPr id="1049083" name="Text 4"/>
          <p:cNvSpPr/>
          <p:nvPr/>
        </p:nvSpPr>
        <p:spPr>
          <a:xfrm>
            <a:off x="457200" y="1583345"/>
            <a:ext cx="457200" cy="28575"/>
          </a:xfrm>
          <a:prstGeom prst="roundRect">
            <a:avLst>
              <a:gd name="adj" fmla="val 66667"/>
            </a:avLst>
          </a:prstGeom>
          <a:solidFill>
            <a:srgbClr val="58A6FF"/>
          </a:solidFill>
        </p:spPr>
        <p:txBody>
          <a:bodyPr anchor="ctr" rtlCol="0" wrap="square"/>
          <a:p>
            <a:pPr indent="0" marL="0">
              <a:buNone/>
            </a:pPr>
            <a:endParaRPr dirty="0" lang="en-US"/>
          </a:p>
        </p:txBody>
      </p:sp>
      <p:sp>
        <p:nvSpPr>
          <p:cNvPr id="1049084" name="Text 5"/>
          <p:cNvSpPr/>
          <p:nvPr/>
        </p:nvSpPr>
        <p:spPr>
          <a:xfrm>
            <a:off x="457200" y="1811945"/>
            <a:ext cx="4800600" cy="490825"/>
          </a:xfrm>
          <a:prstGeom prst="rect"/>
          <a:noFill/>
        </p:spPr>
        <p:txBody>
          <a:bodyPr anchor="t" bIns="0" lIns="0" rIns="0" rtlCol="0" tIns="0" wrap="none">
            <a:normAutofit/>
          </a:bodyPr>
          <a:p>
            <a:pPr algn="l" indent="0" marL="0">
              <a:lnSpc>
                <a:spcPts val="3744"/>
              </a:lnSpc>
              <a:buNone/>
            </a:pPr>
            <a:r>
              <a:rPr b="1" dirty="0" sz="3600" kern="0" lang="en-US" spc="-90">
                <a:solidFill>
                  <a:srgbClr val="C9D1D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Fundamentos de Git</a:t>
            </a:r>
            <a:endParaRPr dirty="0" sz="3600" lang="en-US"/>
          </a:p>
        </p:txBody>
      </p:sp>
      <p:sp>
        <p:nvSpPr>
          <p:cNvPr id="1049085" name="Text 6"/>
          <p:cNvSpPr/>
          <p:nvPr/>
        </p:nvSpPr>
        <p:spPr>
          <a:xfrm>
            <a:off x="457200" y="2330202"/>
            <a:ext cx="4800600" cy="513426"/>
          </a:xfrm>
          <a:prstGeom prst="rect"/>
          <a:noFill/>
        </p:spPr>
        <p:txBody>
          <a:bodyPr anchor="t" bIns="0" lIns="0" rIns="0" rtlCol="0" tIns="0" wrap="none"/>
          <a:p>
            <a:pPr algn="l" indent="0" marL="0">
              <a:lnSpc>
                <a:spcPts val="3744"/>
              </a:lnSpc>
              <a:buNone/>
            </a:pPr>
            <a:r>
              <a:rPr dirty="0" sz="3600" kern="0" lang="en-US" spc="-90">
                <a:solidFill>
                  <a:srgbClr val="58A6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Antes de GitFlow</a:t>
            </a:r>
            <a:endParaRPr dirty="0" sz="3600" lang="en-US"/>
          </a:p>
        </p:txBody>
      </p:sp>
      <p:pic>
        <p:nvPicPr>
          <p:cNvPr id="2097156" name="Image 0" descr="/tmp/h2p-fit-1790516683209-ngh1ih.png"/>
          <p:cNvPicPr>
            <a:picLocks noChangeAspect="1"/>
          </p:cNvPicPr>
          <p:nvPr/>
        </p:nvPicPr>
        <p:blipFill>
          <a:blip xmlns:r="http://schemas.openxmlformats.org/officeDocument/2006/relationships" r:embed="rId1"/>
          <a:stretch>
            <a:fillRect/>
          </a:stretch>
        </p:blipFill>
        <p:spPr>
          <a:xfrm>
            <a:off x="5486400" y="0"/>
            <a:ext cx="3657600" cy="5143500"/>
          </a:xfrm>
          <a:prstGeom prst="rect"/>
        </p:spPr>
      </p:pic>
      <p:sp>
        <p:nvSpPr>
          <p:cNvPr id="1049086" name="Text 12"/>
          <p:cNvSpPr/>
          <p:nvPr/>
        </p:nvSpPr>
        <p:spPr>
          <a:xfrm>
            <a:off x="5486400" y="0"/>
            <a:ext cx="3657600" cy="5143500"/>
          </a:xfrm>
          <a:prstGeom prst="rect"/>
          <a:solidFill>
            <a:srgbClr val="0D1117"/>
          </a:solidFill>
        </p:spPr>
        <p:txBody>
          <a:bodyPr anchor="ctr" rtlCol="0" wrap="square"/>
          <a:p>
            <a:pPr indent="0" marL="0">
              <a:buNone/>
            </a:pPr>
            <a:endParaRPr dirty="0" lang="en-US"/>
          </a:p>
        </p:txBody>
      </p:sp>
      <p:pic>
        <p:nvPicPr>
          <p:cNvPr id="2097157" name="Image 1" descr="preencoded.png"/>
          <p:cNvPicPr>
            <a:picLocks noChangeAspect="1"/>
          </p:cNvPicPr>
          <p:nvPr/>
        </p:nvPicPr>
        <p:blipFill>
          <a:blip xmlns:r="http://schemas.openxmlformats.org/officeDocument/2006/relationships" r:embed="rId2"/>
          <a:stretch>
            <a:fillRect/>
          </a:stretch>
        </p:blipFill>
        <p:spPr>
          <a:xfrm>
            <a:off x="5486400" y="0"/>
            <a:ext cx="3657600" cy="5143500"/>
          </a:xfrm>
          <a:prstGeom prst="rect"/>
        </p:spPr>
      </p:pic>
      <p:sp>
        <p:nvSpPr>
          <p:cNvPr id="1049087" name="Text 15"/>
          <p:cNvSpPr/>
          <p:nvPr/>
        </p:nvSpPr>
        <p:spPr>
          <a:xfrm>
            <a:off x="6557851" y="4830961"/>
            <a:ext cx="92869" cy="92869"/>
          </a:xfrm>
          <a:prstGeom prst="rect"/>
          <a:noFill/>
        </p:spPr>
        <p:txBody>
          <a:bodyPr anchor="ctr" bIns="0" lIns="0" rIns="0" rtlCol="0" tIns="0" wrap="none"/>
          <a:p>
            <a:pPr algn="ctr" indent="0" marL="0">
              <a:buNone/>
            </a:pPr>
            <a:endParaRPr dirty="0" sz="914" lang="en-US"/>
          </a:p>
        </p:txBody>
      </p:sp>
    </p:spTree>
  </p:cSld>
  <p:clrMapOvr>
    <a:masterClrMapping/>
  </p:clrMapOvr>
  <p:timing/>
</p:sld>
</file>

<file path=ppt/theme/theme1.xml><?xml version="1.0" encoding="utf-8"?>
<a:theme xmlns:a="http://schemas.openxmlformats.org/drawingml/2006/main" name="Office Theme">
  <a:themeElements>
    <a:clrScheme name="Office">
      <a:dk1>
        <a:sysClr lastClr="000000" val="windowText"/>
      </a:dk1>
      <a:lt1>
        <a:sysClr lastClr="FFFFFF" val="window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algn="ctr" blurRad="57150" dir="5400000" dist="19050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theme/theme2.xml><?xml version="1.0" encoding="utf-8"?>
<a:theme xmlns:a="http://schemas.openxmlformats.org/drawingml/2006/main" name="Tema de Office">
  <a:themeElements>
    <a:clrScheme name="Office">
      <a:dk1>
        <a:sysClr lastClr="000000" val="windowText"/>
      </a:dk1>
      <a:lt1>
        <a:sysClr lastClr="FFFFFF" val="window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algn="ctr" blurRad="57150" dir="5400000" dist="19050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Properties xmlns="http://schemas.openxmlformats.org/officeDocument/2006/extended-properties">
  <Application>Microsoft Office PowerPoint</Application>
  <ScaleCrop>0</ScaleCrop>
  <Company>PptxGenJS</Company>
  <LinksUpToDate>0</LinksUpToDate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PptxGenJS Presentation</dc:title>
  <dc:creator>PptxGenJS</dc:creator>
  <cp:lastModifiedBy>ACER</cp:lastModifiedBy>
  <dcterms:created xsi:type="dcterms:W3CDTF">2026-09-27T21:44:44Z</dcterms:created>
  <dcterms:modified xsi:type="dcterms:W3CDTF">2026-10-05T16:52:11Z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796727c4501a4cd48a64d322bffcb6eb_23</vt:lpwstr>
  </property>
</Properties>
</file>